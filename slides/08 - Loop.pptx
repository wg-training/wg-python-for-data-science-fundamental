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711" r:id="rId4"/>
    <p:sldMasterId id="2147483712" r:id="rId5"/>
    <p:sldMasterId id="2147483713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y="5143500" cx="9144000"/>
  <p:notesSz cx="6858000" cy="9144000"/>
  <p:embeddedFontLst>
    <p:embeddedFont>
      <p:font typeface="Roboto"/>
      <p:regular r:id="rId36"/>
      <p:bold r:id="rId37"/>
      <p:italic r:id="rId38"/>
      <p:boldItalic r:id="rId3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562">
          <p15:clr>
            <a:srgbClr val="747775"/>
          </p15:clr>
        </p15:guide>
        <p15:guide id="2" pos="25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62" orient="horz"/>
        <p:guide pos="25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37" Type="http://schemas.openxmlformats.org/officeDocument/2006/relationships/font" Target="fonts/Roboto-bold.fntdata"/><Relationship Id="rId14" Type="http://schemas.openxmlformats.org/officeDocument/2006/relationships/slide" Target="slides/slide7.xml"/><Relationship Id="rId36" Type="http://schemas.openxmlformats.org/officeDocument/2006/relationships/font" Target="fonts/Roboto-regular.fntdata"/><Relationship Id="rId17" Type="http://schemas.openxmlformats.org/officeDocument/2006/relationships/slide" Target="slides/slide10.xml"/><Relationship Id="rId39" Type="http://schemas.openxmlformats.org/officeDocument/2006/relationships/font" Target="fonts/Roboto-boldItalic.fntdata"/><Relationship Id="rId16" Type="http://schemas.openxmlformats.org/officeDocument/2006/relationships/slide" Target="slides/slide9.xml"/><Relationship Id="rId38" Type="http://schemas.openxmlformats.org/officeDocument/2006/relationships/font" Target="fonts/Roboto-italic.fntdata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2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2cfb310f500_1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4" name="Google Shape;644;g2cfb310f500_1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8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g2ce3b1bb3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0" name="Google Shape;650;g2ce3b1bb3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g3f7bbc5f39d_0_34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6" name="Google Shape;666;g3f7bbc5f39d_0_34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g3f7bbc5f39d_0_34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g3f44fec0953_4_264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g3f44fec0953_4_264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3f82c5e9c60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7" name="Google Shape;687;g3f82c5e9c60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1" name="Shape 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g3f32b7c1041_2_20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3" name="Google Shape;693;g3f32b7c1041_2_20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fruits = ['apple', 'banana', 'cherry']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for fruit in fruits: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    print(fruit)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4" name="Google Shape;694;g3f32b7c1041_2_20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8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2ce3b1bb3ca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0" name="Google Shape;710;g2ce3b1bb3ca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8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g3f936d01f3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0" name="Google Shape;720;g3f936d01f3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3f44fec0953_5_1714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1" name="Google Shape;731;g3f44fec0953_5_1714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2" name="Google Shape;732;g3f44fec0953_5_1714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8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3f44fec0953_5_1808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count = 0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while count &lt; 5: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count = count + 1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print(count)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0" name="Google Shape;740;g3f44fec0953_5_1808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3f936d01f34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3f936d01f34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3f936d01f34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3f936d01f34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5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g3f44fec0953_5_22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7" name="Google Shape;787;g3f44fec0953_5_22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3" name="Shape 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Google Shape;794;g3f44fec0953_5_1885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5" name="Google Shape;795;g3f44fec0953_5_1885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6" name="Google Shape;796;g3f44fec0953_5_1885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g3f44fec0953_5_21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9" name="Google Shape;819;g3f44fec0953_5_21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5" name="Shape 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g3f66b1364d1_0_259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7" name="Google Shape;827;g3f66b1364d1_0_259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i in range(3):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for j in range(3):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print(i, j)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# (0,0) (0,1) (0,2)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# (1,0) (1,1) (1,2) ...</a:t>
            </a:r>
            <a:endParaRPr/>
          </a:p>
        </p:txBody>
      </p:sp>
      <p:sp>
        <p:nvSpPr>
          <p:cNvPr id="828" name="Google Shape;828;g3f66b1364d1_0_259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4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g3f66b1364d1_0_268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6" name="Google Shape;836;g3f66b1364d1_0_268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fruits = ['apple', 'banana', 'cherry']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idx, val in enumerate(fruits):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print(idx, val)  # 0 apple ...</a:t>
            </a:r>
            <a:endParaRPr/>
          </a:p>
        </p:txBody>
      </p:sp>
      <p:sp>
        <p:nvSpPr>
          <p:cNvPr id="837" name="Google Shape;837;g3f66b1364d1_0_268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4" name="Shape 8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Google Shape;845;g3f66b1364d1_0_278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6" name="Google Shape;846;g3f66b1364d1_0_278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names = ['Alice', 'Bob']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scores = [95, 87]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n, s in zip(names, scores):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print(n, s)</a:t>
            </a:r>
            <a:endParaRPr/>
          </a:p>
        </p:txBody>
      </p:sp>
      <p:sp>
        <p:nvSpPr>
          <p:cNvPr id="847" name="Google Shape;847;g3f66b1364d1_0_278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g3f44fec0953_5_2150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5" name="Google Shape;855;g3f44fec0953_5_2150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6" name="Google Shape;856;g3f44fec0953_5_2150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7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g3f66b1364d1_0_7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9" name="Google Shape;869;g3f66b1364d1_0_7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2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Google Shape;873;g3f690757e71_1_6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4" name="Google Shape;874;g3f690757e71_1_6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7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g3f690757e71_1_12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# --- Problem 1: Count from 1 to 10 ---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i in range(1, 11):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print(i, end=", " if i &lt; 10 else "\n")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# --- Problem 2: Print Even Numbers ---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i in range(2, 21, 2):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print(i, end=", " if i &lt; 20 else "\n")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# --- Problem 3: Sum of Numbers ---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total = 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i in range(1, 101):  # Note: range(1, 101) includes 100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total += i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print(f"Sum: {total}")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# --- Problem 4: Loop Through a List ---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fruits = ['apple', 'banana', 'cherry']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fruit in fruits: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print(fruit)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9" name="Google Shape;879;g3f690757e71_1_12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6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g3f690757e71_1_32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8" name="Google Shape;908;g3f690757e71_1_32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1" name="Shape 9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" name="Google Shape;912;g3f690757e71_1_38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# --- Problem 5: Countdown ---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count = 10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while count &gt;= 1: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print(count, end=", " if count &gt; 1 else "\n")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count -= 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print("Done!")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# --- Problem 6: Multiplication Table ---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num = 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 = 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while i &lt;= 10: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print(f"{num} x {i} = {num * i}")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i += 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# --- Problem 7: Count Vowels in a String ---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text = "programming"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vowels = "aeiou"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count = 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 = 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while i &lt; len(text):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if text[i] in vowels: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    count += 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i += 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print(f"Vowel count: {count}")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# --- Problem 8: Find the Largest Number ---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numbers = [14, 58, 2, 99, 43]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largest = numbers[0]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idx = 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while idx &lt; len(numbers):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if numbers[idx] &gt; largest: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    largest = numbers[idx]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idx += 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print(f"Largest number: {largest}")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3" name="Google Shape;913;g3f690757e71_1_38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0" name="Shape 9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Google Shape;941;g3f690757e71_1_318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2" name="Google Shape;942;g3f690757e71_1_318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3f66b1364d1_0_827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# --- Problem 1: Transaction Categorization ---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amounts = [150.0, -45.5, -12.0, 3000.0, -8.99]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amt in amounts: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category = "Income" if amt &gt; 0 else "Expense"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sign = "" if amt &gt;= 0 else "-"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print(f"{sign}${abs(amt):.2f} -&gt; {category}")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# --- Problem 2: High-Value Transaction Filter ---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values = [25, 499, 1200, 85, 5000, 310]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total = 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v in values: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if v &gt; 1000: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    total += v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print(f"Total high-value transactions: ${total}")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7" name="Google Shape;947;g3f66b1364d1_0_827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2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g3f66b1364d1_0_843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# --- Problem 3: Credit Score Classifier ---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scores = [720, 580, 810, 640, 520]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score in scores: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if score &gt;= 700: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    category = "Prime"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elif score &gt;= 620: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    category = "Near-Prime"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else: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    category = "Subprime"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print(f"{score} -&gt; {category}")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# --- Problem 4: Skip Zero-Fee Accounts ---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fees = [12.0, 0.0, 15.0, 0.0, 8.5]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fee in fees: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if fee == 0.0: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    continue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print(f"Fee: ${fee:.2f}")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4" name="Google Shape;964;g3f66b1364d1_0_843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9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g3f66b1364d1_0_1356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# --- Problem 5: Trading Halt ---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prices = [100, 102, 101, 88, 82, 79]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price in prices: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if price &lt; 90: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    print("Trading Halted")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    break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print(price)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1" name="Google Shape;981;g3f66b1364d1_0_1356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1" name="Google Shape;11;p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1" name="Google Shape;21;p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" name="Google Shape;26;p3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" name="Google Shape;27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p4"/>
          <p:cNvGrpSpPr/>
          <p:nvPr/>
        </p:nvGrpSpPr>
        <p:grpSpPr>
          <a:xfrm>
            <a:off x="0" y="3903669"/>
            <a:ext cx="9144000" cy="1239925"/>
            <a:chOff x="0" y="3903669"/>
            <a:chExt cx="9144000" cy="1239925"/>
          </a:xfrm>
        </p:grpSpPr>
        <p:sp>
          <p:nvSpPr>
            <p:cNvPr id="30" name="Google Shape;30;p4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4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4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4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5" name="Google Shape;35;p4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36" name="Google Shape;36;p4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7" name="Google Shape;37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1">
  <p:cSld name="TITLE_AND_BODY_1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465804"/>
            <a:ext cx="2808000" cy="31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9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6" name="Google Shape;56;p9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9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9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9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" name="Google Shape;60;p9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1" name="Google Shape;61;p9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2" name="Google Shape;62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65" name="Google Shape;65;p10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" name="Google Shape;66;p10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67" name="Google Shape;67;p10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8" name="Google Shape;68;p10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9" name="Google Shape;69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1">
  <p:cSld name="SECTION_TITLE_AND_DESCRIPTION_1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3" name="Google Shape;73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5" name="Google Shape;75;p11"/>
          <p:cNvSpPr txBox="1"/>
          <p:nvPr>
            <p:ph idx="2" type="title"/>
          </p:nvPr>
        </p:nvSpPr>
        <p:spPr>
          <a:xfrm>
            <a:off x="4835400" y="12156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6" name="Google Shape;76;p11"/>
          <p:cNvSpPr txBox="1"/>
          <p:nvPr>
            <p:ph idx="3" type="subTitle"/>
          </p:nvPr>
        </p:nvSpPr>
        <p:spPr>
          <a:xfrm>
            <a:off x="4835400" y="277505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1 1">
  <p:cSld name="SECTION_TITLE_AND_DESCRIPTION_1_1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264450" y="252520"/>
            <a:ext cx="4045200" cy="93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700"/>
              <a:buNone/>
              <a:defRPr b="1" sz="27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700"/>
              <a:buNone/>
              <a:defRPr b="1" sz="27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700"/>
              <a:buNone/>
              <a:defRPr b="1" sz="27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700"/>
              <a:buNone/>
              <a:defRPr b="1" sz="27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700"/>
              <a:buNone/>
              <a:defRPr b="1" sz="27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700"/>
              <a:buNone/>
              <a:defRPr b="1" sz="27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700"/>
              <a:buNone/>
              <a:defRPr b="1" sz="27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700"/>
              <a:buNone/>
              <a:defRPr b="1" sz="27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700"/>
              <a:buNone/>
              <a:defRPr b="1" sz="2700"/>
            </a:lvl9pPr>
          </a:lstStyle>
          <a:p/>
        </p:txBody>
      </p:sp>
      <p:sp>
        <p:nvSpPr>
          <p:cNvPr id="80" name="Google Shape;80;p12"/>
          <p:cNvSpPr txBox="1"/>
          <p:nvPr>
            <p:ph idx="1" type="subTitle"/>
          </p:nvPr>
        </p:nvSpPr>
        <p:spPr>
          <a:xfrm>
            <a:off x="265500" y="972973"/>
            <a:ext cx="4045200" cy="305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2" name="Google Shape;82;p12"/>
          <p:cNvSpPr txBox="1"/>
          <p:nvPr>
            <p:ph idx="2" type="title"/>
          </p:nvPr>
        </p:nvSpPr>
        <p:spPr>
          <a:xfrm>
            <a:off x="4834350" y="245550"/>
            <a:ext cx="4045200" cy="93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None/>
              <a:defRPr b="1" sz="27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None/>
              <a:defRPr b="1" sz="27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None/>
              <a:defRPr b="1" sz="27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None/>
              <a:defRPr b="1" sz="27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None/>
              <a:defRPr b="1" sz="27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None/>
              <a:defRPr b="1" sz="27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None/>
              <a:defRPr b="1" sz="27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None/>
              <a:defRPr b="1" sz="27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None/>
              <a:defRPr b="1" sz="27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3" name="Google Shape;83;p12"/>
          <p:cNvSpPr txBox="1"/>
          <p:nvPr>
            <p:ph idx="3" type="subTitle"/>
          </p:nvPr>
        </p:nvSpPr>
        <p:spPr>
          <a:xfrm>
            <a:off x="4835400" y="987543"/>
            <a:ext cx="4045200" cy="305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oogle Shape;88;p14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9" name="Google Shape;89;p14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" name="Google Shape;90;p14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14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14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" name="Google Shape;93;p14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4" name="Google Shape;94;p14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5" name="Google Shape;95;p14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6" name="Google Shape;96;p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bg>
      <p:bgPr>
        <a:solidFill>
          <a:schemeClr val="lt1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01" name="Google Shape;101;p1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16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" name="Google Shape;104;p1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" name="Google Shape;105;p1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6" name="Google Shape;106;p16"/>
          <p:cNvSpPr txBox="1"/>
          <p:nvPr>
            <p:ph type="ctrTitle"/>
          </p:nvPr>
        </p:nvSpPr>
        <p:spPr>
          <a:xfrm>
            <a:off x="235425" y="1775225"/>
            <a:ext cx="8584800" cy="195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9pPr>
          </a:lstStyle>
          <a:p/>
        </p:txBody>
      </p:sp>
      <p:sp>
        <p:nvSpPr>
          <p:cNvPr id="107" name="Google Shape;107;p16"/>
          <p:cNvSpPr txBox="1"/>
          <p:nvPr>
            <p:ph idx="1" type="subTitle"/>
          </p:nvPr>
        </p:nvSpPr>
        <p:spPr>
          <a:xfrm>
            <a:off x="36100" y="4230261"/>
            <a:ext cx="8222100" cy="8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08" name="Google Shape;108;p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 1">
  <p:cSld name="TITLE_1_1">
    <p:bg>
      <p:bgPr>
        <a:solidFill>
          <a:schemeClr val="lt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0" name="Google Shape;110;p17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11" name="Google Shape;111;p17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7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7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7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7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6" name="Google Shape;116;p17"/>
          <p:cNvSpPr txBox="1"/>
          <p:nvPr>
            <p:ph type="ctrTitle"/>
          </p:nvPr>
        </p:nvSpPr>
        <p:spPr>
          <a:xfrm>
            <a:off x="235425" y="1775225"/>
            <a:ext cx="8584800" cy="195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9pPr>
          </a:lstStyle>
          <a:p/>
        </p:txBody>
      </p:sp>
      <p:sp>
        <p:nvSpPr>
          <p:cNvPr id="117" name="Google Shape;117;p17"/>
          <p:cNvSpPr txBox="1"/>
          <p:nvPr>
            <p:ph idx="1" type="subTitle"/>
          </p:nvPr>
        </p:nvSpPr>
        <p:spPr>
          <a:xfrm>
            <a:off x="36100" y="4230261"/>
            <a:ext cx="8222100" cy="8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8" name="Google Shape;118;p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9" name="Google Shape;119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9225" y="228600"/>
            <a:ext cx="6109998" cy="1270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dfd70bf31d_14_0)">
  <p:cSld name="Generated (g3dfd70bf31d_14_0)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g3dfd70bf31d_28_0)">
  <p:cSld name="Title and body (g3dfd70bf31d_28_0)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123" name="Google Shape;123;p19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24" name="Google Shape;124;p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g3dfd70bf31d_35_0)">
  <p:cSld name="Title and body (g3dfd70bf31d_35_0)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0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127" name="Google Shape;127;p20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28" name="Google Shape;128;p2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g3e193094ff1_9_0)">
  <p:cSld name="Title and body (g3e193094ff1_9_0)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1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131" name="Google Shape;131;p21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2" name="Google Shape;132;p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g3e1c8834e29_20_0)">
  <p:cSld name="Title and body (g3e1c8834e29_20_0)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2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135" name="Google Shape;135;p22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6" name="Google Shape;136;p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g3e1c8834e29_30_0)">
  <p:cSld name="Title and body (g3e1c8834e29_30_0)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3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139" name="Google Shape;139;p23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g3e1c8834e29_38_0)">
  <p:cSld name="Title and body (g3e1c8834e29_38_0)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143" name="Google Shape;143;p24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g3f44fec0953_12_0)">
  <p:cSld name="Title and body (g3f44fec0953_12_0)"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6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148" name="Google Shape;148;p26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49" name="Google Shape;149;p2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g3f44fec0953_28_0)">
  <p:cSld name="Title and body (g3f44fec0953_28_0)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7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152" name="Google Shape;152;p27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53" name="Google Shape;153;p2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1_TITLE_NAVY">
  <p:cSld name="S01_TITLE_NAVY">
    <p:bg>
      <p:bgPr>
        <a:solidFill>
          <a:srgbClr val="2A3480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30"/>
          <p:cNvSpPr/>
          <p:nvPr/>
        </p:nvSpPr>
        <p:spPr>
          <a:xfrm>
            <a:off x="8206283" y="-573328"/>
            <a:ext cx="1509000" cy="1509000"/>
          </a:xfrm>
          <a:prstGeom prst="rect">
            <a:avLst/>
          </a:prstGeom>
          <a:solidFill>
            <a:srgbClr val="EC5F82">
              <a:alpha val="2196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30"/>
          <p:cNvSpPr/>
          <p:nvPr/>
        </p:nvSpPr>
        <p:spPr>
          <a:xfrm>
            <a:off x="-1508760" y="3154680"/>
            <a:ext cx="3703200" cy="3703200"/>
          </a:xfrm>
          <a:prstGeom prst="rect">
            <a:avLst/>
          </a:prstGeom>
          <a:solidFill>
            <a:srgbClr val="FFFFFF">
              <a:alpha val="784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30"/>
          <p:cNvSpPr txBox="1"/>
          <p:nvPr>
            <p:ph type="title"/>
          </p:nvPr>
        </p:nvSpPr>
        <p:spPr>
          <a:xfrm>
            <a:off x="617220" y="1577340"/>
            <a:ext cx="7886700" cy="130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Roboto"/>
              <a:buNone/>
              <a:defRPr b="1" i="0" sz="3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60" name="Google Shape;160;p30"/>
          <p:cNvSpPr txBox="1"/>
          <p:nvPr>
            <p:ph idx="1" type="body"/>
          </p:nvPr>
        </p:nvSpPr>
        <p:spPr>
          <a:xfrm>
            <a:off x="617220" y="2914650"/>
            <a:ext cx="7200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EC5F82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1" name="Google Shape;161;p30"/>
          <p:cNvSpPr txBox="1"/>
          <p:nvPr>
            <p:ph idx="2" type="body"/>
          </p:nvPr>
        </p:nvSpPr>
        <p:spPr>
          <a:xfrm>
            <a:off x="617220" y="3257550"/>
            <a:ext cx="66525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6DAF2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D6DAF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cxnSp>
        <p:nvCxnSpPr>
          <p:cNvPr id="162" name="Google Shape;162;p30"/>
          <p:cNvCxnSpPr/>
          <p:nvPr/>
        </p:nvCxnSpPr>
        <p:spPr>
          <a:xfrm>
            <a:off x="617220" y="3840480"/>
            <a:ext cx="2057400" cy="0"/>
          </a:xfrm>
          <a:prstGeom prst="straightConnector1">
            <a:avLst/>
          </a:prstGeom>
          <a:noFill/>
          <a:ln cap="flat" cmpd="sng" w="19050">
            <a:solidFill>
              <a:srgbClr val="EC5F8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3" name="Google Shape;163;p30"/>
          <p:cNvSpPr txBox="1"/>
          <p:nvPr>
            <p:ph idx="3" type="body"/>
          </p:nvPr>
        </p:nvSpPr>
        <p:spPr>
          <a:xfrm>
            <a:off x="617220" y="3977640"/>
            <a:ext cx="5486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9DA3D4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3_FOUR_CARDS">
  <p:cSld name="S03_FOUR_CARDS">
    <p:bg>
      <p:bgPr>
        <a:solidFill>
          <a:srgbClr val="FFFFFF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1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7" name="Google Shape;167;p31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68" name="Google Shape;168;p31"/>
          <p:cNvSpPr/>
          <p:nvPr/>
        </p:nvSpPr>
        <p:spPr>
          <a:xfrm>
            <a:off x="411480" y="1062990"/>
            <a:ext cx="1954500" cy="3086100"/>
          </a:xfrm>
          <a:prstGeom prst="rect">
            <a:avLst/>
          </a:prstGeom>
          <a:solidFill>
            <a:srgbClr val="EAF1FB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31"/>
          <p:cNvSpPr/>
          <p:nvPr/>
        </p:nvSpPr>
        <p:spPr>
          <a:xfrm>
            <a:off x="582930" y="1234440"/>
            <a:ext cx="377100" cy="3771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31"/>
          <p:cNvSpPr/>
          <p:nvPr/>
        </p:nvSpPr>
        <p:spPr>
          <a:xfrm>
            <a:off x="582930" y="123444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31"/>
          <p:cNvSpPr txBox="1"/>
          <p:nvPr>
            <p:ph idx="2" type="body"/>
          </p:nvPr>
        </p:nvSpPr>
        <p:spPr>
          <a:xfrm>
            <a:off x="582930" y="1748790"/>
            <a:ext cx="16116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2" name="Google Shape;172;p31"/>
          <p:cNvSpPr txBox="1"/>
          <p:nvPr>
            <p:ph idx="3" type="body"/>
          </p:nvPr>
        </p:nvSpPr>
        <p:spPr>
          <a:xfrm>
            <a:off x="582930" y="2263140"/>
            <a:ext cx="1611600" cy="15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3" name="Google Shape;173;p31"/>
          <p:cNvSpPr/>
          <p:nvPr/>
        </p:nvSpPr>
        <p:spPr>
          <a:xfrm>
            <a:off x="2558034" y="1062990"/>
            <a:ext cx="1954500" cy="3086100"/>
          </a:xfrm>
          <a:prstGeom prst="rect">
            <a:avLst/>
          </a:prstGeom>
          <a:solidFill>
            <a:srgbClr val="F4F4F7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31"/>
          <p:cNvSpPr/>
          <p:nvPr/>
        </p:nvSpPr>
        <p:spPr>
          <a:xfrm>
            <a:off x="2729484" y="1234440"/>
            <a:ext cx="377100" cy="3771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31"/>
          <p:cNvSpPr/>
          <p:nvPr/>
        </p:nvSpPr>
        <p:spPr>
          <a:xfrm>
            <a:off x="2729484" y="123444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31"/>
          <p:cNvSpPr txBox="1"/>
          <p:nvPr>
            <p:ph idx="4" type="body"/>
          </p:nvPr>
        </p:nvSpPr>
        <p:spPr>
          <a:xfrm>
            <a:off x="2729484" y="1748790"/>
            <a:ext cx="16116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7" name="Google Shape;177;p31"/>
          <p:cNvSpPr txBox="1"/>
          <p:nvPr>
            <p:ph idx="5" type="body"/>
          </p:nvPr>
        </p:nvSpPr>
        <p:spPr>
          <a:xfrm>
            <a:off x="2729484" y="2263140"/>
            <a:ext cx="1611600" cy="15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8" name="Google Shape;178;p31"/>
          <p:cNvSpPr/>
          <p:nvPr/>
        </p:nvSpPr>
        <p:spPr>
          <a:xfrm>
            <a:off x="4704588" y="1062990"/>
            <a:ext cx="1954500" cy="3086100"/>
          </a:xfrm>
          <a:prstGeom prst="rect">
            <a:avLst/>
          </a:prstGeom>
          <a:solidFill>
            <a:srgbClr val="EAF1FB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31"/>
          <p:cNvSpPr/>
          <p:nvPr/>
        </p:nvSpPr>
        <p:spPr>
          <a:xfrm>
            <a:off x="4876038" y="1234440"/>
            <a:ext cx="377100" cy="3771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31"/>
          <p:cNvSpPr/>
          <p:nvPr/>
        </p:nvSpPr>
        <p:spPr>
          <a:xfrm>
            <a:off x="4876038" y="123444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31"/>
          <p:cNvSpPr txBox="1"/>
          <p:nvPr>
            <p:ph idx="6" type="body"/>
          </p:nvPr>
        </p:nvSpPr>
        <p:spPr>
          <a:xfrm>
            <a:off x="4876038" y="1748790"/>
            <a:ext cx="16116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2" name="Google Shape;182;p31"/>
          <p:cNvSpPr txBox="1"/>
          <p:nvPr>
            <p:ph idx="7" type="body"/>
          </p:nvPr>
        </p:nvSpPr>
        <p:spPr>
          <a:xfrm>
            <a:off x="4876038" y="2263140"/>
            <a:ext cx="1611600" cy="15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3" name="Google Shape;183;p31"/>
          <p:cNvSpPr/>
          <p:nvPr/>
        </p:nvSpPr>
        <p:spPr>
          <a:xfrm>
            <a:off x="6851142" y="1062990"/>
            <a:ext cx="1954500" cy="3086100"/>
          </a:xfrm>
          <a:prstGeom prst="rect">
            <a:avLst/>
          </a:prstGeom>
          <a:solidFill>
            <a:srgbClr val="F4F4F7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31"/>
          <p:cNvSpPr/>
          <p:nvPr/>
        </p:nvSpPr>
        <p:spPr>
          <a:xfrm>
            <a:off x="7022592" y="1234440"/>
            <a:ext cx="377100" cy="3771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31"/>
          <p:cNvSpPr/>
          <p:nvPr/>
        </p:nvSpPr>
        <p:spPr>
          <a:xfrm>
            <a:off x="7022592" y="123444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31"/>
          <p:cNvSpPr txBox="1"/>
          <p:nvPr>
            <p:ph idx="8" type="body"/>
          </p:nvPr>
        </p:nvSpPr>
        <p:spPr>
          <a:xfrm>
            <a:off x="7022592" y="1748790"/>
            <a:ext cx="16116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7" name="Google Shape;187;p31"/>
          <p:cNvSpPr txBox="1"/>
          <p:nvPr>
            <p:ph idx="9" type="body"/>
          </p:nvPr>
        </p:nvSpPr>
        <p:spPr>
          <a:xfrm>
            <a:off x="7022592" y="2263140"/>
            <a:ext cx="1611600" cy="15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8" name="Google Shape;188;p31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4_SECTION_BREAK_NAVY">
  <p:cSld name="S14_SECTION_BREAK_NAVY">
    <p:bg>
      <p:bgPr>
        <a:solidFill>
          <a:srgbClr val="2A3480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2"/>
          <p:cNvSpPr/>
          <p:nvPr/>
        </p:nvSpPr>
        <p:spPr>
          <a:xfrm>
            <a:off x="8291322" y="-521208"/>
            <a:ext cx="1371600" cy="1371600"/>
          </a:xfrm>
          <a:prstGeom prst="rect">
            <a:avLst/>
          </a:prstGeom>
          <a:solidFill>
            <a:srgbClr val="EC5F82">
              <a:alpha val="2196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32"/>
          <p:cNvSpPr txBox="1"/>
          <p:nvPr>
            <p:ph type="title"/>
          </p:nvPr>
        </p:nvSpPr>
        <p:spPr>
          <a:xfrm>
            <a:off x="617220" y="1988820"/>
            <a:ext cx="7543800" cy="8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"/>
              <a:buNone/>
              <a:defRPr b="1" i="0" sz="30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617220" y="2846070"/>
            <a:ext cx="6858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EC5F82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3" name="Google Shape;193;p32"/>
          <p:cNvSpPr txBox="1"/>
          <p:nvPr>
            <p:ph idx="2" type="body"/>
          </p:nvPr>
        </p:nvSpPr>
        <p:spPr>
          <a:xfrm>
            <a:off x="617220" y="3120390"/>
            <a:ext cx="65151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6DAF2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D6DAF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4" name="Google Shape;194;p32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2_CONTENT_BULLETS">
  <p:cSld name="S02_CONTENT_BULLETS">
    <p:bg>
      <p:bgPr>
        <a:solidFill>
          <a:srgbClr val="FFFFFF"/>
        </a:solid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3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7" name="Google Shape;197;p33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98" name="Google Shape;198;p33"/>
          <p:cNvSpPr txBox="1"/>
          <p:nvPr>
            <p:ph idx="2" type="body"/>
          </p:nvPr>
        </p:nvSpPr>
        <p:spPr>
          <a:xfrm>
            <a:off x="480060" y="1062990"/>
            <a:ext cx="8160900" cy="294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048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9" name="Google Shape;199;p33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8_FLOW_DIAGRAM">
  <p:cSld name="S08_FLOW_DIAGRAM">
    <p:bg>
      <p:bgPr>
        <a:solidFill>
          <a:srgbClr val="FFFFFF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4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2" name="Google Shape;202;p34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203" name="Google Shape;203;p34"/>
          <p:cNvSpPr/>
          <p:nvPr/>
        </p:nvSpPr>
        <p:spPr>
          <a:xfrm>
            <a:off x="480060" y="1200150"/>
            <a:ext cx="1783200" cy="1028700"/>
          </a:xfrm>
          <a:prstGeom prst="rect">
            <a:avLst/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34"/>
          <p:cNvSpPr txBox="1"/>
          <p:nvPr>
            <p:ph idx="2" type="body"/>
          </p:nvPr>
        </p:nvSpPr>
        <p:spPr>
          <a:xfrm>
            <a:off x="548640" y="1200150"/>
            <a:ext cx="1645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ctr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5" name="Google Shape;205;p34"/>
          <p:cNvSpPr/>
          <p:nvPr/>
        </p:nvSpPr>
        <p:spPr>
          <a:xfrm>
            <a:off x="2297430" y="1508760"/>
            <a:ext cx="342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C5F82"/>
              </a:buClr>
              <a:buSzPts val="1800"/>
              <a:buFont typeface="Roboto"/>
              <a:buNone/>
            </a:pPr>
            <a:r>
              <a:rPr b="0" i="0" lang="en" sz="18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34"/>
          <p:cNvSpPr/>
          <p:nvPr/>
        </p:nvSpPr>
        <p:spPr>
          <a:xfrm>
            <a:off x="2640330" y="1200150"/>
            <a:ext cx="1783200" cy="1028700"/>
          </a:xfrm>
          <a:prstGeom prst="rect">
            <a:avLst/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34"/>
          <p:cNvSpPr txBox="1"/>
          <p:nvPr>
            <p:ph idx="3" type="body"/>
          </p:nvPr>
        </p:nvSpPr>
        <p:spPr>
          <a:xfrm>
            <a:off x="2708910" y="1200150"/>
            <a:ext cx="1645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ctr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8" name="Google Shape;208;p34"/>
          <p:cNvSpPr/>
          <p:nvPr/>
        </p:nvSpPr>
        <p:spPr>
          <a:xfrm>
            <a:off x="4457700" y="1508760"/>
            <a:ext cx="342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C5F82"/>
              </a:buClr>
              <a:buSzPts val="1800"/>
              <a:buFont typeface="Roboto"/>
              <a:buNone/>
            </a:pPr>
            <a:r>
              <a:rPr b="0" i="0" lang="en" sz="18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34"/>
          <p:cNvSpPr/>
          <p:nvPr/>
        </p:nvSpPr>
        <p:spPr>
          <a:xfrm>
            <a:off x="4800600" y="1200150"/>
            <a:ext cx="1783200" cy="1028700"/>
          </a:xfrm>
          <a:prstGeom prst="rect">
            <a:avLst/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34"/>
          <p:cNvSpPr txBox="1"/>
          <p:nvPr>
            <p:ph idx="4" type="body"/>
          </p:nvPr>
        </p:nvSpPr>
        <p:spPr>
          <a:xfrm>
            <a:off x="4869180" y="1200150"/>
            <a:ext cx="1645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ctr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11" name="Google Shape;211;p34"/>
          <p:cNvSpPr/>
          <p:nvPr/>
        </p:nvSpPr>
        <p:spPr>
          <a:xfrm>
            <a:off x="6617970" y="1508760"/>
            <a:ext cx="342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C5F82"/>
              </a:buClr>
              <a:buSzPts val="1800"/>
              <a:buFont typeface="Roboto"/>
              <a:buNone/>
            </a:pPr>
            <a:r>
              <a:rPr b="0" i="0" lang="en" sz="18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34"/>
          <p:cNvSpPr/>
          <p:nvPr/>
        </p:nvSpPr>
        <p:spPr>
          <a:xfrm>
            <a:off x="6960870" y="1200150"/>
            <a:ext cx="1783200" cy="1028700"/>
          </a:xfrm>
          <a:prstGeom prst="rect">
            <a:avLst/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34"/>
          <p:cNvSpPr txBox="1"/>
          <p:nvPr>
            <p:ph idx="5" type="body"/>
          </p:nvPr>
        </p:nvSpPr>
        <p:spPr>
          <a:xfrm>
            <a:off x="7029450" y="1200150"/>
            <a:ext cx="1645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ctr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14" name="Google Shape;214;p34"/>
          <p:cNvSpPr txBox="1"/>
          <p:nvPr>
            <p:ph idx="6" type="body"/>
          </p:nvPr>
        </p:nvSpPr>
        <p:spPr>
          <a:xfrm>
            <a:off x="480060" y="2571750"/>
            <a:ext cx="8160900" cy="15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9845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15" name="Google Shape;215;p34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6_SPLIT_PANEL">
  <p:cSld name="S06_SPLIT_PANEL">
    <p:bg>
      <p:bgPr>
        <a:solidFill>
          <a:srgbClr val="FFFFFF"/>
        </a:solid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5"/>
          <p:cNvSpPr/>
          <p:nvPr/>
        </p:nvSpPr>
        <p:spPr>
          <a:xfrm>
            <a:off x="4570857" y="0"/>
            <a:ext cx="4570800" cy="5143500"/>
          </a:xfrm>
          <a:prstGeom prst="rect">
            <a:avLst/>
          </a:prstGeom>
          <a:solidFill>
            <a:srgbClr val="29348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35"/>
          <p:cNvSpPr txBox="1"/>
          <p:nvPr>
            <p:ph type="title"/>
          </p:nvPr>
        </p:nvSpPr>
        <p:spPr>
          <a:xfrm>
            <a:off x="411480" y="219456"/>
            <a:ext cx="3909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219" name="Google Shape;219;p35"/>
          <p:cNvSpPr txBox="1"/>
          <p:nvPr>
            <p:ph idx="1" type="body"/>
          </p:nvPr>
        </p:nvSpPr>
        <p:spPr>
          <a:xfrm>
            <a:off x="411480" y="617220"/>
            <a:ext cx="39093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0" name="Google Shape;220;p35"/>
          <p:cNvSpPr txBox="1"/>
          <p:nvPr>
            <p:ph idx="2" type="body"/>
          </p:nvPr>
        </p:nvSpPr>
        <p:spPr>
          <a:xfrm>
            <a:off x="411480" y="1062990"/>
            <a:ext cx="39093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300"/>
              </a:spcBef>
              <a:spcAft>
                <a:spcPts val="0"/>
              </a:spcAft>
              <a:buClr>
                <a:srgbClr val="293480"/>
              </a:buClr>
              <a:buSzPts val="1400"/>
              <a:buFont typeface="Arial"/>
              <a:buNone/>
              <a:defRPr b="1" i="0" sz="14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1" name="Google Shape;221;p35"/>
          <p:cNvSpPr txBox="1"/>
          <p:nvPr>
            <p:ph idx="3" type="body"/>
          </p:nvPr>
        </p:nvSpPr>
        <p:spPr>
          <a:xfrm>
            <a:off x="411480" y="1371600"/>
            <a:ext cx="3909300" cy="26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9845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2" name="Google Shape;222;p35"/>
          <p:cNvSpPr txBox="1"/>
          <p:nvPr>
            <p:ph idx="4" type="body"/>
          </p:nvPr>
        </p:nvSpPr>
        <p:spPr>
          <a:xfrm>
            <a:off x="411480" y="4526280"/>
            <a:ext cx="39093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800"/>
              <a:buFont typeface="Arial"/>
              <a:buNone/>
              <a:defRPr b="0" i="1" sz="8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3" name="Google Shape;223;p35"/>
          <p:cNvSpPr txBox="1"/>
          <p:nvPr>
            <p:ph idx="5" type="title"/>
          </p:nvPr>
        </p:nvSpPr>
        <p:spPr>
          <a:xfrm>
            <a:off x="4879467" y="219456"/>
            <a:ext cx="39537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224" name="Google Shape;224;p35"/>
          <p:cNvSpPr txBox="1"/>
          <p:nvPr>
            <p:ph idx="6" type="body"/>
          </p:nvPr>
        </p:nvSpPr>
        <p:spPr>
          <a:xfrm>
            <a:off x="4879467" y="617220"/>
            <a:ext cx="3953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EC5F82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5" name="Google Shape;225;p35"/>
          <p:cNvSpPr txBox="1"/>
          <p:nvPr>
            <p:ph idx="7" type="body"/>
          </p:nvPr>
        </p:nvSpPr>
        <p:spPr>
          <a:xfrm>
            <a:off x="4879467" y="1062990"/>
            <a:ext cx="39537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b="1" i="0" sz="14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6" name="Google Shape;226;p35"/>
          <p:cNvSpPr txBox="1"/>
          <p:nvPr>
            <p:ph idx="8" type="body"/>
          </p:nvPr>
        </p:nvSpPr>
        <p:spPr>
          <a:xfrm>
            <a:off x="4879467" y="1371600"/>
            <a:ext cx="3953700" cy="26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98450" lvl="0" marL="457200" marR="0" algn="l"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7" name="Google Shape;227;p35"/>
          <p:cNvSpPr txBox="1"/>
          <p:nvPr>
            <p:ph idx="9" type="body"/>
          </p:nvPr>
        </p:nvSpPr>
        <p:spPr>
          <a:xfrm>
            <a:off x="4810887" y="822960"/>
            <a:ext cx="40908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8" name="Google Shape;228;p35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5_TWO_COLUMN_COMPARE">
  <p:cSld name="S05_TWO_COLUMN_COMPARE">
    <p:bg>
      <p:bgPr>
        <a:solidFill>
          <a:srgbClr val="FFFFFF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6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1" name="Google Shape;231;p36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232" name="Google Shape;232;p36"/>
          <p:cNvSpPr/>
          <p:nvPr/>
        </p:nvSpPr>
        <p:spPr>
          <a:xfrm>
            <a:off x="411480" y="1062990"/>
            <a:ext cx="4046100" cy="2880600"/>
          </a:xfrm>
          <a:prstGeom prst="rect">
            <a:avLst/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36"/>
          <p:cNvSpPr txBox="1"/>
          <p:nvPr>
            <p:ph idx="2" type="body"/>
          </p:nvPr>
        </p:nvSpPr>
        <p:spPr>
          <a:xfrm>
            <a:off x="651510" y="1234440"/>
            <a:ext cx="356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6B7085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4" name="Google Shape;234;p36"/>
          <p:cNvSpPr txBox="1"/>
          <p:nvPr>
            <p:ph idx="3" type="body"/>
          </p:nvPr>
        </p:nvSpPr>
        <p:spPr>
          <a:xfrm>
            <a:off x="651510" y="1611630"/>
            <a:ext cx="3566400" cy="21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9845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5" name="Google Shape;235;p36"/>
          <p:cNvSpPr/>
          <p:nvPr/>
        </p:nvSpPr>
        <p:spPr>
          <a:xfrm>
            <a:off x="4663440" y="1062990"/>
            <a:ext cx="4046100" cy="2880600"/>
          </a:xfrm>
          <a:prstGeom prst="rect">
            <a:avLst/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36"/>
          <p:cNvSpPr txBox="1"/>
          <p:nvPr>
            <p:ph idx="4" type="body"/>
          </p:nvPr>
        </p:nvSpPr>
        <p:spPr>
          <a:xfrm>
            <a:off x="4903470" y="1234440"/>
            <a:ext cx="356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7" name="Google Shape;237;p36"/>
          <p:cNvSpPr txBox="1"/>
          <p:nvPr>
            <p:ph idx="5" type="body"/>
          </p:nvPr>
        </p:nvSpPr>
        <p:spPr>
          <a:xfrm>
            <a:off x="4903470" y="1611630"/>
            <a:ext cx="3566400" cy="21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9845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8" name="Google Shape;238;p36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7_EXERCISE">
  <p:cSld name="S07_EXERCISE">
    <p:bg>
      <p:bgPr>
        <a:solidFill>
          <a:srgbClr val="FFFFFF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242" name="Google Shape;242;p37"/>
          <p:cNvSpPr txBox="1"/>
          <p:nvPr>
            <p:ph idx="2" type="body"/>
          </p:nvPr>
        </p:nvSpPr>
        <p:spPr>
          <a:xfrm>
            <a:off x="411480" y="1062990"/>
            <a:ext cx="4731900" cy="305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3" name="Google Shape;243;p37"/>
          <p:cNvSpPr txBox="1"/>
          <p:nvPr>
            <p:ph idx="3" type="body"/>
          </p:nvPr>
        </p:nvSpPr>
        <p:spPr>
          <a:xfrm>
            <a:off x="5417820" y="1062990"/>
            <a:ext cx="329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300"/>
              </a:spcBef>
              <a:spcAft>
                <a:spcPts val="0"/>
              </a:spcAft>
              <a:buClr>
                <a:srgbClr val="293480"/>
              </a:buClr>
              <a:buSzPts val="1400"/>
              <a:buFont typeface="Arial"/>
              <a:buNone/>
              <a:defRPr b="1" i="0" sz="14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4" name="Google Shape;244;p37"/>
          <p:cNvSpPr txBox="1"/>
          <p:nvPr>
            <p:ph idx="4" type="body"/>
          </p:nvPr>
        </p:nvSpPr>
        <p:spPr>
          <a:xfrm>
            <a:off x="5417820" y="1371600"/>
            <a:ext cx="32919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9845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5" name="Google Shape;245;p37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0_NUMBERED_ROWS_4">
  <p:cSld name="S10_NUMBERED_ROWS_4">
    <p:bg>
      <p:bgPr>
        <a:solidFill>
          <a:srgbClr val="FFFFFF"/>
        </a:solidFill>
      </p:bgPr>
    </p:bg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8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8" name="Google Shape;248;p38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300"/>
              <a:buFont typeface="Roboto"/>
              <a:buNone/>
              <a:defRPr b="1" i="0" sz="23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249" name="Google Shape;249;p38"/>
          <p:cNvSpPr/>
          <p:nvPr/>
        </p:nvSpPr>
        <p:spPr>
          <a:xfrm>
            <a:off x="411480" y="114528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38"/>
          <p:cNvSpPr/>
          <p:nvPr/>
        </p:nvSpPr>
        <p:spPr>
          <a:xfrm>
            <a:off x="411480" y="114528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38"/>
          <p:cNvSpPr txBox="1"/>
          <p:nvPr>
            <p:ph idx="2" type="body"/>
          </p:nvPr>
        </p:nvSpPr>
        <p:spPr>
          <a:xfrm>
            <a:off x="925830" y="1062990"/>
            <a:ext cx="774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2" name="Google Shape;252;p38"/>
          <p:cNvSpPr txBox="1"/>
          <p:nvPr>
            <p:ph idx="3" type="body"/>
          </p:nvPr>
        </p:nvSpPr>
        <p:spPr>
          <a:xfrm>
            <a:off x="925830" y="1351026"/>
            <a:ext cx="7749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3" name="Google Shape;253;p38"/>
          <p:cNvSpPr/>
          <p:nvPr/>
        </p:nvSpPr>
        <p:spPr>
          <a:xfrm>
            <a:off x="411480" y="203682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38"/>
          <p:cNvSpPr/>
          <p:nvPr/>
        </p:nvSpPr>
        <p:spPr>
          <a:xfrm>
            <a:off x="411480" y="203682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38"/>
          <p:cNvSpPr txBox="1"/>
          <p:nvPr>
            <p:ph idx="4" type="body"/>
          </p:nvPr>
        </p:nvSpPr>
        <p:spPr>
          <a:xfrm>
            <a:off x="925830" y="1954530"/>
            <a:ext cx="774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6" name="Google Shape;256;p38"/>
          <p:cNvSpPr txBox="1"/>
          <p:nvPr>
            <p:ph idx="5" type="body"/>
          </p:nvPr>
        </p:nvSpPr>
        <p:spPr>
          <a:xfrm>
            <a:off x="925830" y="2242566"/>
            <a:ext cx="7749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7" name="Google Shape;257;p38"/>
          <p:cNvSpPr/>
          <p:nvPr/>
        </p:nvSpPr>
        <p:spPr>
          <a:xfrm>
            <a:off x="411480" y="292836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38"/>
          <p:cNvSpPr/>
          <p:nvPr/>
        </p:nvSpPr>
        <p:spPr>
          <a:xfrm>
            <a:off x="411480" y="292836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38"/>
          <p:cNvSpPr txBox="1"/>
          <p:nvPr>
            <p:ph idx="6" type="body"/>
          </p:nvPr>
        </p:nvSpPr>
        <p:spPr>
          <a:xfrm>
            <a:off x="925830" y="2846070"/>
            <a:ext cx="774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0" name="Google Shape;260;p38"/>
          <p:cNvSpPr txBox="1"/>
          <p:nvPr>
            <p:ph idx="7" type="body"/>
          </p:nvPr>
        </p:nvSpPr>
        <p:spPr>
          <a:xfrm>
            <a:off x="925830" y="3134106"/>
            <a:ext cx="7749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1" name="Google Shape;261;p38"/>
          <p:cNvSpPr/>
          <p:nvPr/>
        </p:nvSpPr>
        <p:spPr>
          <a:xfrm>
            <a:off x="411480" y="381990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38"/>
          <p:cNvSpPr/>
          <p:nvPr/>
        </p:nvSpPr>
        <p:spPr>
          <a:xfrm>
            <a:off x="411480" y="381990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38"/>
          <p:cNvSpPr txBox="1"/>
          <p:nvPr>
            <p:ph idx="8" type="body"/>
          </p:nvPr>
        </p:nvSpPr>
        <p:spPr>
          <a:xfrm>
            <a:off x="925830" y="3737610"/>
            <a:ext cx="774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4" name="Google Shape;264;p38"/>
          <p:cNvSpPr txBox="1"/>
          <p:nvPr>
            <p:ph idx="9" type="body"/>
          </p:nvPr>
        </p:nvSpPr>
        <p:spPr>
          <a:xfrm>
            <a:off x="925830" y="4025646"/>
            <a:ext cx="7749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5" name="Google Shape;265;p38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6_CLOSING_NAVY">
  <p:cSld name="S16_CLOSING_NAVY">
    <p:bg>
      <p:bgPr>
        <a:solidFill>
          <a:srgbClr val="2A3480"/>
        </a:solidFill>
      </p:bgPr>
    </p:bg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9"/>
          <p:cNvSpPr/>
          <p:nvPr/>
        </p:nvSpPr>
        <p:spPr>
          <a:xfrm>
            <a:off x="8291322" y="-521208"/>
            <a:ext cx="1371600" cy="1371600"/>
          </a:xfrm>
          <a:prstGeom prst="rect">
            <a:avLst/>
          </a:prstGeom>
          <a:solidFill>
            <a:srgbClr val="EC5F82">
              <a:alpha val="2196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39"/>
          <p:cNvSpPr/>
          <p:nvPr/>
        </p:nvSpPr>
        <p:spPr>
          <a:xfrm>
            <a:off x="-1234440" y="3223260"/>
            <a:ext cx="3429000" cy="3429000"/>
          </a:xfrm>
          <a:prstGeom prst="rect">
            <a:avLst/>
          </a:prstGeom>
          <a:solidFill>
            <a:srgbClr val="FFFFFF">
              <a:alpha val="784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39"/>
          <p:cNvSpPr txBox="1"/>
          <p:nvPr>
            <p:ph type="title"/>
          </p:nvPr>
        </p:nvSpPr>
        <p:spPr>
          <a:xfrm>
            <a:off x="617220" y="1851660"/>
            <a:ext cx="6858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Roboto"/>
              <a:buNone/>
              <a:defRPr b="1" i="0" sz="3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270" name="Google Shape;270;p39"/>
          <p:cNvSpPr txBox="1"/>
          <p:nvPr>
            <p:ph idx="1" type="body"/>
          </p:nvPr>
        </p:nvSpPr>
        <p:spPr>
          <a:xfrm>
            <a:off x="617220" y="2537460"/>
            <a:ext cx="65151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300"/>
              </a:spcBef>
              <a:spcAft>
                <a:spcPts val="0"/>
              </a:spcAft>
              <a:buClr>
                <a:srgbClr val="D6DAF2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D6DAF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cxnSp>
        <p:nvCxnSpPr>
          <p:cNvPr id="271" name="Google Shape;271;p39"/>
          <p:cNvCxnSpPr/>
          <p:nvPr/>
        </p:nvCxnSpPr>
        <p:spPr>
          <a:xfrm>
            <a:off x="617220" y="3223260"/>
            <a:ext cx="2057400" cy="0"/>
          </a:xfrm>
          <a:prstGeom prst="straightConnector1">
            <a:avLst/>
          </a:prstGeom>
          <a:noFill/>
          <a:ln cap="flat" cmpd="sng" w="19050">
            <a:solidFill>
              <a:srgbClr val="EC5F8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2" name="Google Shape;272;p39"/>
          <p:cNvSpPr txBox="1"/>
          <p:nvPr>
            <p:ph idx="2" type="body"/>
          </p:nvPr>
        </p:nvSpPr>
        <p:spPr>
          <a:xfrm>
            <a:off x="617220" y="3394710"/>
            <a:ext cx="6172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9DA3D4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73" name="Google Shape;273;p39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4_THREE_CARDS_ROADMAP">
  <p:cSld name="S04_THREE_CARDS_ROADMAP">
    <p:bg>
      <p:bgPr>
        <a:solidFill>
          <a:srgbClr val="FFFFFF"/>
        </a:solid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0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76" name="Google Shape;276;p40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277" name="Google Shape;277;p40"/>
          <p:cNvSpPr/>
          <p:nvPr/>
        </p:nvSpPr>
        <p:spPr>
          <a:xfrm>
            <a:off x="411480" y="1062990"/>
            <a:ext cx="2640300" cy="2194800"/>
          </a:xfrm>
          <a:prstGeom prst="rect">
            <a:avLst/>
          </a:prstGeom>
          <a:solidFill>
            <a:srgbClr val="EAF1FB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40"/>
          <p:cNvSpPr/>
          <p:nvPr/>
        </p:nvSpPr>
        <p:spPr>
          <a:xfrm>
            <a:off x="582930" y="1234440"/>
            <a:ext cx="377100" cy="3771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40"/>
          <p:cNvSpPr/>
          <p:nvPr/>
        </p:nvSpPr>
        <p:spPr>
          <a:xfrm>
            <a:off x="582930" y="123444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40"/>
          <p:cNvSpPr txBox="1"/>
          <p:nvPr>
            <p:ph idx="2" type="body"/>
          </p:nvPr>
        </p:nvSpPr>
        <p:spPr>
          <a:xfrm>
            <a:off x="582930" y="1748790"/>
            <a:ext cx="2297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9348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1" name="Google Shape;281;p40"/>
          <p:cNvSpPr txBox="1"/>
          <p:nvPr>
            <p:ph idx="3" type="body"/>
          </p:nvPr>
        </p:nvSpPr>
        <p:spPr>
          <a:xfrm>
            <a:off x="582930" y="2125980"/>
            <a:ext cx="22974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2" name="Google Shape;282;p40"/>
          <p:cNvSpPr/>
          <p:nvPr/>
        </p:nvSpPr>
        <p:spPr>
          <a:xfrm>
            <a:off x="3257550" y="1062990"/>
            <a:ext cx="2640300" cy="2194800"/>
          </a:xfrm>
          <a:prstGeom prst="rect">
            <a:avLst/>
          </a:prstGeom>
          <a:solidFill>
            <a:srgbClr val="F4F4F7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40"/>
          <p:cNvSpPr/>
          <p:nvPr/>
        </p:nvSpPr>
        <p:spPr>
          <a:xfrm>
            <a:off x="3429000" y="1234440"/>
            <a:ext cx="377100" cy="3771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40"/>
          <p:cNvSpPr/>
          <p:nvPr/>
        </p:nvSpPr>
        <p:spPr>
          <a:xfrm>
            <a:off x="3429000" y="123444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40"/>
          <p:cNvSpPr txBox="1"/>
          <p:nvPr>
            <p:ph idx="4" type="body"/>
          </p:nvPr>
        </p:nvSpPr>
        <p:spPr>
          <a:xfrm>
            <a:off x="3429000" y="1748790"/>
            <a:ext cx="2297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9348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6" name="Google Shape;286;p40"/>
          <p:cNvSpPr txBox="1"/>
          <p:nvPr>
            <p:ph idx="5" type="body"/>
          </p:nvPr>
        </p:nvSpPr>
        <p:spPr>
          <a:xfrm>
            <a:off x="3429000" y="2125980"/>
            <a:ext cx="22974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7" name="Google Shape;287;p40"/>
          <p:cNvSpPr/>
          <p:nvPr/>
        </p:nvSpPr>
        <p:spPr>
          <a:xfrm>
            <a:off x="6103620" y="1062990"/>
            <a:ext cx="2640300" cy="2194800"/>
          </a:xfrm>
          <a:prstGeom prst="rect">
            <a:avLst/>
          </a:prstGeom>
          <a:solidFill>
            <a:srgbClr val="EAF1FB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40"/>
          <p:cNvSpPr/>
          <p:nvPr/>
        </p:nvSpPr>
        <p:spPr>
          <a:xfrm>
            <a:off x="6275070" y="1234440"/>
            <a:ext cx="377100" cy="3771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40"/>
          <p:cNvSpPr/>
          <p:nvPr/>
        </p:nvSpPr>
        <p:spPr>
          <a:xfrm>
            <a:off x="6275070" y="123444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03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40"/>
          <p:cNvSpPr txBox="1"/>
          <p:nvPr>
            <p:ph idx="6" type="body"/>
          </p:nvPr>
        </p:nvSpPr>
        <p:spPr>
          <a:xfrm>
            <a:off x="6275070" y="1748790"/>
            <a:ext cx="2297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9348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1" name="Google Shape;291;p40"/>
          <p:cNvSpPr txBox="1"/>
          <p:nvPr>
            <p:ph idx="7" type="body"/>
          </p:nvPr>
        </p:nvSpPr>
        <p:spPr>
          <a:xfrm>
            <a:off x="6275070" y="2125980"/>
            <a:ext cx="22974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2" name="Google Shape;292;p40"/>
          <p:cNvSpPr txBox="1"/>
          <p:nvPr>
            <p:ph idx="8" type="body"/>
          </p:nvPr>
        </p:nvSpPr>
        <p:spPr>
          <a:xfrm>
            <a:off x="411480" y="3497580"/>
            <a:ext cx="8298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3" name="Google Shape;293;p40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9_NUMBERED_ROWS_3">
  <p:cSld name="S09_NUMBERED_ROWS_3">
    <p:bg>
      <p:bgPr>
        <a:solidFill>
          <a:srgbClr val="FFFFFF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1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41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297" name="Google Shape;297;p41"/>
          <p:cNvSpPr/>
          <p:nvPr/>
        </p:nvSpPr>
        <p:spPr>
          <a:xfrm>
            <a:off x="411480" y="1200150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41"/>
          <p:cNvSpPr/>
          <p:nvPr/>
        </p:nvSpPr>
        <p:spPr>
          <a:xfrm>
            <a:off x="411480" y="1200150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41"/>
          <p:cNvSpPr txBox="1"/>
          <p:nvPr>
            <p:ph idx="2" type="body"/>
          </p:nvPr>
        </p:nvSpPr>
        <p:spPr>
          <a:xfrm>
            <a:off x="925830" y="1097280"/>
            <a:ext cx="774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0" name="Google Shape;300;p41"/>
          <p:cNvSpPr txBox="1"/>
          <p:nvPr>
            <p:ph idx="3" type="body"/>
          </p:nvPr>
        </p:nvSpPr>
        <p:spPr>
          <a:xfrm>
            <a:off x="925830" y="1385316"/>
            <a:ext cx="77496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1" name="Google Shape;301;p41"/>
          <p:cNvSpPr/>
          <p:nvPr/>
        </p:nvSpPr>
        <p:spPr>
          <a:xfrm>
            <a:off x="411480" y="2228850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41"/>
          <p:cNvSpPr/>
          <p:nvPr/>
        </p:nvSpPr>
        <p:spPr>
          <a:xfrm>
            <a:off x="411480" y="2228850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41"/>
          <p:cNvSpPr txBox="1"/>
          <p:nvPr>
            <p:ph idx="4" type="body"/>
          </p:nvPr>
        </p:nvSpPr>
        <p:spPr>
          <a:xfrm>
            <a:off x="925830" y="2125980"/>
            <a:ext cx="774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4" name="Google Shape;304;p41"/>
          <p:cNvSpPr txBox="1"/>
          <p:nvPr>
            <p:ph idx="5" type="body"/>
          </p:nvPr>
        </p:nvSpPr>
        <p:spPr>
          <a:xfrm>
            <a:off x="925830" y="2414016"/>
            <a:ext cx="77496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5" name="Google Shape;305;p41"/>
          <p:cNvSpPr/>
          <p:nvPr/>
        </p:nvSpPr>
        <p:spPr>
          <a:xfrm>
            <a:off x="411480" y="3257550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41"/>
          <p:cNvSpPr/>
          <p:nvPr/>
        </p:nvSpPr>
        <p:spPr>
          <a:xfrm>
            <a:off x="411480" y="3257550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41"/>
          <p:cNvSpPr txBox="1"/>
          <p:nvPr>
            <p:ph idx="6" type="body"/>
          </p:nvPr>
        </p:nvSpPr>
        <p:spPr>
          <a:xfrm>
            <a:off x="925830" y="3154680"/>
            <a:ext cx="774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8" name="Google Shape;308;p41"/>
          <p:cNvSpPr txBox="1"/>
          <p:nvPr>
            <p:ph idx="7" type="body"/>
          </p:nvPr>
        </p:nvSpPr>
        <p:spPr>
          <a:xfrm>
            <a:off x="925830" y="3442716"/>
            <a:ext cx="77496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9" name="Google Shape;309;p41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1_ERRORS_WITH_CODE">
  <p:cSld name="S11_ERRORS_WITH_CODE">
    <p:bg>
      <p:bgPr>
        <a:solidFill>
          <a:srgbClr val="FFFFF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2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2" name="Google Shape;312;p42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13" name="Google Shape;313;p42"/>
          <p:cNvSpPr/>
          <p:nvPr/>
        </p:nvSpPr>
        <p:spPr>
          <a:xfrm>
            <a:off x="411480" y="1131570"/>
            <a:ext cx="308700" cy="3087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42"/>
          <p:cNvSpPr/>
          <p:nvPr/>
        </p:nvSpPr>
        <p:spPr>
          <a:xfrm>
            <a:off x="411480" y="1131570"/>
            <a:ext cx="3087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42"/>
          <p:cNvSpPr txBox="1"/>
          <p:nvPr>
            <p:ph idx="2" type="body"/>
          </p:nvPr>
        </p:nvSpPr>
        <p:spPr>
          <a:xfrm>
            <a:off x="857250" y="1062990"/>
            <a:ext cx="3771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6" name="Google Shape;316;p42"/>
          <p:cNvSpPr txBox="1"/>
          <p:nvPr>
            <p:ph idx="3" type="body"/>
          </p:nvPr>
        </p:nvSpPr>
        <p:spPr>
          <a:xfrm>
            <a:off x="857250" y="1440180"/>
            <a:ext cx="35664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7" name="Google Shape;317;p42"/>
          <p:cNvSpPr/>
          <p:nvPr/>
        </p:nvSpPr>
        <p:spPr>
          <a:xfrm>
            <a:off x="5006340" y="1131570"/>
            <a:ext cx="308700" cy="3087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42"/>
          <p:cNvSpPr/>
          <p:nvPr/>
        </p:nvSpPr>
        <p:spPr>
          <a:xfrm>
            <a:off x="5006340" y="1131570"/>
            <a:ext cx="3087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42"/>
          <p:cNvSpPr txBox="1"/>
          <p:nvPr>
            <p:ph idx="4" type="body"/>
          </p:nvPr>
        </p:nvSpPr>
        <p:spPr>
          <a:xfrm>
            <a:off x="5452110" y="106299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0" name="Google Shape;320;p42"/>
          <p:cNvSpPr txBox="1"/>
          <p:nvPr>
            <p:ph idx="5" type="body"/>
          </p:nvPr>
        </p:nvSpPr>
        <p:spPr>
          <a:xfrm>
            <a:off x="5452110" y="1440180"/>
            <a:ext cx="3429000" cy="123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1" name="Google Shape;321;p42"/>
          <p:cNvSpPr/>
          <p:nvPr/>
        </p:nvSpPr>
        <p:spPr>
          <a:xfrm>
            <a:off x="411480" y="2948940"/>
            <a:ext cx="308700" cy="3087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42"/>
          <p:cNvSpPr/>
          <p:nvPr/>
        </p:nvSpPr>
        <p:spPr>
          <a:xfrm>
            <a:off x="411480" y="2948940"/>
            <a:ext cx="3087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42"/>
          <p:cNvSpPr txBox="1"/>
          <p:nvPr>
            <p:ph idx="6" type="body"/>
          </p:nvPr>
        </p:nvSpPr>
        <p:spPr>
          <a:xfrm>
            <a:off x="857250" y="2880360"/>
            <a:ext cx="7886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4" name="Google Shape;324;p42"/>
          <p:cNvSpPr txBox="1"/>
          <p:nvPr>
            <p:ph idx="7" type="body"/>
          </p:nvPr>
        </p:nvSpPr>
        <p:spPr>
          <a:xfrm>
            <a:off x="857250" y="3188970"/>
            <a:ext cx="78867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5" name="Google Shape;325;p42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2_QUIZ_MCQ">
  <p:cSld name="S12_QUIZ_MCQ">
    <p:bg>
      <p:bgPr>
        <a:solidFill>
          <a:srgbClr val="FFFFFF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43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43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29" name="Google Shape;329;p43"/>
          <p:cNvSpPr txBox="1"/>
          <p:nvPr>
            <p:ph idx="2" type="body"/>
          </p:nvPr>
        </p:nvSpPr>
        <p:spPr>
          <a:xfrm>
            <a:off x="411480" y="1062990"/>
            <a:ext cx="4320600" cy="26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0" name="Google Shape;330;p43"/>
          <p:cNvSpPr/>
          <p:nvPr/>
        </p:nvSpPr>
        <p:spPr>
          <a:xfrm>
            <a:off x="5006340" y="1165860"/>
            <a:ext cx="3703200" cy="411600"/>
          </a:xfrm>
          <a:prstGeom prst="rect">
            <a:avLst/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43"/>
          <p:cNvSpPr txBox="1"/>
          <p:nvPr>
            <p:ph idx="3" type="body"/>
          </p:nvPr>
        </p:nvSpPr>
        <p:spPr>
          <a:xfrm>
            <a:off x="5177790" y="116586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2" name="Google Shape;332;p43"/>
          <p:cNvSpPr/>
          <p:nvPr/>
        </p:nvSpPr>
        <p:spPr>
          <a:xfrm>
            <a:off x="5006340" y="1680210"/>
            <a:ext cx="3703200" cy="411600"/>
          </a:xfrm>
          <a:prstGeom prst="rect">
            <a:avLst/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43"/>
          <p:cNvSpPr txBox="1"/>
          <p:nvPr>
            <p:ph idx="4" type="body"/>
          </p:nvPr>
        </p:nvSpPr>
        <p:spPr>
          <a:xfrm>
            <a:off x="5177790" y="168021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4" name="Google Shape;334;p43"/>
          <p:cNvSpPr/>
          <p:nvPr/>
        </p:nvSpPr>
        <p:spPr>
          <a:xfrm>
            <a:off x="5006340" y="2194560"/>
            <a:ext cx="3703200" cy="411600"/>
          </a:xfrm>
          <a:prstGeom prst="rect">
            <a:avLst/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43"/>
          <p:cNvSpPr txBox="1"/>
          <p:nvPr>
            <p:ph idx="5" type="body"/>
          </p:nvPr>
        </p:nvSpPr>
        <p:spPr>
          <a:xfrm>
            <a:off x="5177790" y="219456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6" name="Google Shape;336;p43"/>
          <p:cNvSpPr/>
          <p:nvPr/>
        </p:nvSpPr>
        <p:spPr>
          <a:xfrm>
            <a:off x="5006340" y="2708910"/>
            <a:ext cx="3703200" cy="411600"/>
          </a:xfrm>
          <a:prstGeom prst="rect">
            <a:avLst/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43"/>
          <p:cNvSpPr txBox="1"/>
          <p:nvPr>
            <p:ph idx="6" type="body"/>
          </p:nvPr>
        </p:nvSpPr>
        <p:spPr>
          <a:xfrm>
            <a:off x="5177790" y="270891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8" name="Google Shape;338;p43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3_FIVE_CARDS">
  <p:cSld name="S13_FIVE_CARDS">
    <p:bg>
      <p:bgPr>
        <a:solidFill>
          <a:srgbClr val="FFFFFF"/>
        </a:solidFill>
      </p:bgPr>
    </p:bg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44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41" name="Google Shape;341;p44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42" name="Google Shape;342;p44"/>
          <p:cNvSpPr/>
          <p:nvPr/>
        </p:nvSpPr>
        <p:spPr>
          <a:xfrm>
            <a:off x="411480" y="1062990"/>
            <a:ext cx="1563600" cy="2674500"/>
          </a:xfrm>
          <a:prstGeom prst="rect">
            <a:avLst/>
          </a:prstGeom>
          <a:solidFill>
            <a:srgbClr val="EAF1FB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44"/>
          <p:cNvSpPr/>
          <p:nvPr/>
        </p:nvSpPr>
        <p:spPr>
          <a:xfrm>
            <a:off x="562356" y="121386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44"/>
          <p:cNvSpPr/>
          <p:nvPr/>
        </p:nvSpPr>
        <p:spPr>
          <a:xfrm>
            <a:off x="562356" y="121386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44"/>
          <p:cNvSpPr txBox="1"/>
          <p:nvPr>
            <p:ph idx="2" type="body"/>
          </p:nvPr>
        </p:nvSpPr>
        <p:spPr>
          <a:xfrm>
            <a:off x="562356" y="1714500"/>
            <a:ext cx="12618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46" name="Google Shape;346;p44"/>
          <p:cNvSpPr txBox="1"/>
          <p:nvPr>
            <p:ph idx="3" type="body"/>
          </p:nvPr>
        </p:nvSpPr>
        <p:spPr>
          <a:xfrm>
            <a:off x="562356" y="2228850"/>
            <a:ext cx="12618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47" name="Google Shape;347;p44"/>
          <p:cNvSpPr/>
          <p:nvPr/>
        </p:nvSpPr>
        <p:spPr>
          <a:xfrm>
            <a:off x="2125980" y="1062990"/>
            <a:ext cx="1563600" cy="2674500"/>
          </a:xfrm>
          <a:prstGeom prst="rect">
            <a:avLst/>
          </a:prstGeom>
          <a:solidFill>
            <a:srgbClr val="F4F4F7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44"/>
          <p:cNvSpPr/>
          <p:nvPr/>
        </p:nvSpPr>
        <p:spPr>
          <a:xfrm>
            <a:off x="2276856" y="121386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44"/>
          <p:cNvSpPr/>
          <p:nvPr/>
        </p:nvSpPr>
        <p:spPr>
          <a:xfrm>
            <a:off x="2276856" y="121386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44"/>
          <p:cNvSpPr txBox="1"/>
          <p:nvPr>
            <p:ph idx="4" type="body"/>
          </p:nvPr>
        </p:nvSpPr>
        <p:spPr>
          <a:xfrm>
            <a:off x="2276856" y="1714500"/>
            <a:ext cx="12618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51" name="Google Shape;351;p44"/>
          <p:cNvSpPr txBox="1"/>
          <p:nvPr>
            <p:ph idx="5" type="body"/>
          </p:nvPr>
        </p:nvSpPr>
        <p:spPr>
          <a:xfrm>
            <a:off x="2276856" y="2228850"/>
            <a:ext cx="12618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52" name="Google Shape;352;p44"/>
          <p:cNvSpPr/>
          <p:nvPr/>
        </p:nvSpPr>
        <p:spPr>
          <a:xfrm>
            <a:off x="3840480" y="1062990"/>
            <a:ext cx="1563600" cy="2674500"/>
          </a:xfrm>
          <a:prstGeom prst="rect">
            <a:avLst/>
          </a:prstGeom>
          <a:solidFill>
            <a:srgbClr val="EAF1FB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44"/>
          <p:cNvSpPr/>
          <p:nvPr/>
        </p:nvSpPr>
        <p:spPr>
          <a:xfrm>
            <a:off x="3991356" y="121386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44"/>
          <p:cNvSpPr/>
          <p:nvPr/>
        </p:nvSpPr>
        <p:spPr>
          <a:xfrm>
            <a:off x="3991356" y="121386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03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44"/>
          <p:cNvSpPr txBox="1"/>
          <p:nvPr>
            <p:ph idx="6" type="body"/>
          </p:nvPr>
        </p:nvSpPr>
        <p:spPr>
          <a:xfrm>
            <a:off x="3991356" y="1714500"/>
            <a:ext cx="12618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56" name="Google Shape;356;p44"/>
          <p:cNvSpPr txBox="1"/>
          <p:nvPr>
            <p:ph idx="7" type="body"/>
          </p:nvPr>
        </p:nvSpPr>
        <p:spPr>
          <a:xfrm>
            <a:off x="3991356" y="2228850"/>
            <a:ext cx="12618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57" name="Google Shape;357;p44"/>
          <p:cNvSpPr/>
          <p:nvPr/>
        </p:nvSpPr>
        <p:spPr>
          <a:xfrm>
            <a:off x="5554980" y="1062990"/>
            <a:ext cx="1563600" cy="2674500"/>
          </a:xfrm>
          <a:prstGeom prst="rect">
            <a:avLst/>
          </a:prstGeom>
          <a:solidFill>
            <a:srgbClr val="F4F4F7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44"/>
          <p:cNvSpPr/>
          <p:nvPr/>
        </p:nvSpPr>
        <p:spPr>
          <a:xfrm>
            <a:off x="5705856" y="121386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44"/>
          <p:cNvSpPr/>
          <p:nvPr/>
        </p:nvSpPr>
        <p:spPr>
          <a:xfrm>
            <a:off x="5705856" y="121386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04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44"/>
          <p:cNvSpPr txBox="1"/>
          <p:nvPr>
            <p:ph idx="8" type="body"/>
          </p:nvPr>
        </p:nvSpPr>
        <p:spPr>
          <a:xfrm>
            <a:off x="5705856" y="1714500"/>
            <a:ext cx="12618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1" name="Google Shape;361;p44"/>
          <p:cNvSpPr txBox="1"/>
          <p:nvPr>
            <p:ph idx="9" type="body"/>
          </p:nvPr>
        </p:nvSpPr>
        <p:spPr>
          <a:xfrm>
            <a:off x="5705856" y="2228850"/>
            <a:ext cx="12618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2" name="Google Shape;362;p44"/>
          <p:cNvSpPr/>
          <p:nvPr/>
        </p:nvSpPr>
        <p:spPr>
          <a:xfrm>
            <a:off x="7269480" y="1062990"/>
            <a:ext cx="1563600" cy="2674500"/>
          </a:xfrm>
          <a:prstGeom prst="rect">
            <a:avLst/>
          </a:prstGeom>
          <a:solidFill>
            <a:srgbClr val="EAF1FB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44"/>
          <p:cNvSpPr/>
          <p:nvPr/>
        </p:nvSpPr>
        <p:spPr>
          <a:xfrm>
            <a:off x="7420356" y="121386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44"/>
          <p:cNvSpPr/>
          <p:nvPr/>
        </p:nvSpPr>
        <p:spPr>
          <a:xfrm>
            <a:off x="7420356" y="121386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05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44"/>
          <p:cNvSpPr txBox="1"/>
          <p:nvPr>
            <p:ph idx="13" type="body"/>
          </p:nvPr>
        </p:nvSpPr>
        <p:spPr>
          <a:xfrm>
            <a:off x="7420356" y="1714500"/>
            <a:ext cx="12618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6" name="Google Shape;366;p44"/>
          <p:cNvSpPr txBox="1"/>
          <p:nvPr>
            <p:ph idx="14" type="body"/>
          </p:nvPr>
        </p:nvSpPr>
        <p:spPr>
          <a:xfrm>
            <a:off x="7420356" y="2228850"/>
            <a:ext cx="12618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7" name="Google Shape;367;p44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5_CONTENT_IMAGE_RIGHT">
  <p:cSld name="S15_CONTENT_IMAGE_RIGHT">
    <p:bg>
      <p:bgPr>
        <a:solidFill>
          <a:srgbClr val="FFFFFF"/>
        </a:solid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45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0" name="Google Shape;370;p45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71" name="Google Shape;371;p45"/>
          <p:cNvSpPr txBox="1"/>
          <p:nvPr>
            <p:ph idx="2" type="body"/>
          </p:nvPr>
        </p:nvSpPr>
        <p:spPr>
          <a:xfrm>
            <a:off x="411480" y="1062990"/>
            <a:ext cx="38406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048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2" name="Google Shape;372;p45"/>
          <p:cNvSpPr txBox="1"/>
          <p:nvPr>
            <p:ph idx="3" type="body"/>
          </p:nvPr>
        </p:nvSpPr>
        <p:spPr>
          <a:xfrm>
            <a:off x="4457700" y="1062990"/>
            <a:ext cx="4320600" cy="305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3" name="Google Shape;373;p45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1 1">
  <p:cSld name="SECTION_TITLE_AND_DESCRIPTION_1_1"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46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46"/>
          <p:cNvSpPr txBox="1"/>
          <p:nvPr>
            <p:ph type="title"/>
          </p:nvPr>
        </p:nvSpPr>
        <p:spPr>
          <a:xfrm>
            <a:off x="265500" y="8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b="1"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b="1"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b="1"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b="1"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b="1"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b="1"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b="1"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b="1"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b="1" sz="4200"/>
            </a:lvl9pPr>
          </a:lstStyle>
          <a:p/>
        </p:txBody>
      </p:sp>
      <p:sp>
        <p:nvSpPr>
          <p:cNvPr id="377" name="Google Shape;377;p46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78" name="Google Shape;37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9" name="Google Shape;379;p46"/>
          <p:cNvSpPr txBox="1"/>
          <p:nvPr>
            <p:ph idx="2" type="title"/>
          </p:nvPr>
        </p:nvSpPr>
        <p:spPr>
          <a:xfrm>
            <a:off x="4835400" y="-36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Char char="●"/>
              <a:defRPr b="1" sz="4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Char char="○"/>
              <a:defRPr b="1" sz="4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Char char="■"/>
              <a:defRPr b="1" sz="4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Char char="●"/>
              <a:defRPr b="1" sz="4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Char char="○"/>
              <a:defRPr b="1" sz="4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Char char="■"/>
              <a:defRPr b="1" sz="4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Char char="●"/>
              <a:defRPr b="1" sz="4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Char char="○"/>
              <a:defRPr b="1" sz="4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Char char="■"/>
              <a:defRPr b="1"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0" name="Google Shape;380;p46"/>
          <p:cNvSpPr txBox="1"/>
          <p:nvPr>
            <p:ph idx="3" type="subTitle"/>
          </p:nvPr>
        </p:nvSpPr>
        <p:spPr>
          <a:xfrm>
            <a:off x="4835400" y="277505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7_TWO_EXERCISES">
  <p:cSld name="S17_TWO_EXERCISES">
    <p:bg>
      <p:bgPr>
        <a:solidFill>
          <a:srgbClr val="FFFFFF"/>
        </a:solid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47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83" name="Google Shape;383;p47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84" name="Google Shape;384;p47"/>
          <p:cNvSpPr txBox="1"/>
          <p:nvPr>
            <p:ph idx="2" type="body"/>
          </p:nvPr>
        </p:nvSpPr>
        <p:spPr>
          <a:xfrm>
            <a:off x="411480" y="685800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ctr"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85" name="Google Shape;385;p47"/>
          <p:cNvSpPr txBox="1"/>
          <p:nvPr>
            <p:ph idx="3" type="body"/>
          </p:nvPr>
        </p:nvSpPr>
        <p:spPr>
          <a:xfrm>
            <a:off x="877824" y="699516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300"/>
              </a:spcBef>
              <a:spcAft>
                <a:spcPts val="0"/>
              </a:spcAft>
              <a:buClr>
                <a:srgbClr val="293480"/>
              </a:buClr>
              <a:buSzPts val="1400"/>
              <a:buFont typeface="Arial"/>
              <a:buNone/>
              <a:defRPr b="1" i="0" sz="14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86" name="Google Shape;386;p47"/>
          <p:cNvSpPr txBox="1"/>
          <p:nvPr>
            <p:ph idx="4" type="body"/>
          </p:nvPr>
        </p:nvSpPr>
        <p:spPr>
          <a:xfrm>
            <a:off x="411480" y="1200150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794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800"/>
              <a:buFont typeface="Arial"/>
              <a:buChar char="●"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66700" lvl="1" marL="9144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600"/>
              <a:buFont typeface="Arial"/>
              <a:buChar char="○"/>
              <a:defRPr b="0" i="0" sz="8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60350" lvl="2" marL="13716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7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60350" lvl="3" marL="18288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60350" lvl="4" marL="22860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60350" lvl="5" marL="27432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60350" lvl="6" marL="32004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60350" lvl="8" marL="4114800" marR="0" algn="l">
              <a:spcBef>
                <a:spcPts val="500"/>
              </a:spcBef>
              <a:spcAft>
                <a:spcPts val="50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87" name="Google Shape;387;p47"/>
          <p:cNvSpPr txBox="1"/>
          <p:nvPr>
            <p:ph idx="5" type="body"/>
          </p:nvPr>
        </p:nvSpPr>
        <p:spPr>
          <a:xfrm>
            <a:off x="2811780" y="1988820"/>
            <a:ext cx="15090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r">
              <a:spcBef>
                <a:spcPts val="200"/>
              </a:spcBef>
              <a:spcAft>
                <a:spcPts val="0"/>
              </a:spcAft>
              <a:buClr>
                <a:srgbClr val="6B7085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88" name="Google Shape;388;p47"/>
          <p:cNvSpPr txBox="1"/>
          <p:nvPr>
            <p:ph idx="6" type="body"/>
          </p:nvPr>
        </p:nvSpPr>
        <p:spPr>
          <a:xfrm>
            <a:off x="582930" y="2160270"/>
            <a:ext cx="37032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89" name="Google Shape;389;p47"/>
          <p:cNvSpPr txBox="1"/>
          <p:nvPr>
            <p:ph idx="7" type="body"/>
          </p:nvPr>
        </p:nvSpPr>
        <p:spPr>
          <a:xfrm>
            <a:off x="411480" y="3600450"/>
            <a:ext cx="4046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1000"/>
              <a:buFont typeface="Arial"/>
              <a:buNone/>
              <a:defRPr b="1" i="0" sz="10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0" name="Google Shape;390;p47"/>
          <p:cNvSpPr txBox="1"/>
          <p:nvPr>
            <p:ph idx="8" type="body"/>
          </p:nvPr>
        </p:nvSpPr>
        <p:spPr>
          <a:xfrm>
            <a:off x="411480" y="3840480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1" name="Google Shape;391;p47"/>
          <p:cNvSpPr txBox="1"/>
          <p:nvPr>
            <p:ph idx="9" type="body"/>
          </p:nvPr>
        </p:nvSpPr>
        <p:spPr>
          <a:xfrm>
            <a:off x="4684014" y="685800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ctr"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2" name="Google Shape;392;p47"/>
          <p:cNvSpPr txBox="1"/>
          <p:nvPr>
            <p:ph idx="13" type="body"/>
          </p:nvPr>
        </p:nvSpPr>
        <p:spPr>
          <a:xfrm>
            <a:off x="5150358" y="699516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300"/>
              </a:spcBef>
              <a:spcAft>
                <a:spcPts val="0"/>
              </a:spcAft>
              <a:buClr>
                <a:srgbClr val="293480"/>
              </a:buClr>
              <a:buSzPts val="1400"/>
              <a:buFont typeface="Arial"/>
              <a:buNone/>
              <a:defRPr b="1" i="0" sz="14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47"/>
          <p:cNvSpPr txBox="1"/>
          <p:nvPr>
            <p:ph idx="14" type="body"/>
          </p:nvPr>
        </p:nvSpPr>
        <p:spPr>
          <a:xfrm>
            <a:off x="4684014" y="1200150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794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800"/>
              <a:buFont typeface="Arial"/>
              <a:buChar char="●"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66700" lvl="1" marL="9144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600"/>
              <a:buFont typeface="Arial"/>
              <a:buChar char="○"/>
              <a:defRPr b="0" i="0" sz="8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60350" lvl="2" marL="13716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7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60350" lvl="3" marL="18288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60350" lvl="4" marL="22860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60350" lvl="5" marL="27432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60350" lvl="6" marL="32004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60350" lvl="8" marL="4114800" marR="0" algn="l">
              <a:spcBef>
                <a:spcPts val="500"/>
              </a:spcBef>
              <a:spcAft>
                <a:spcPts val="50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94" name="Google Shape;394;p47"/>
          <p:cNvSpPr txBox="1"/>
          <p:nvPr>
            <p:ph idx="15" type="body"/>
          </p:nvPr>
        </p:nvSpPr>
        <p:spPr>
          <a:xfrm>
            <a:off x="7084314" y="1988820"/>
            <a:ext cx="15090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r">
              <a:spcBef>
                <a:spcPts val="200"/>
              </a:spcBef>
              <a:spcAft>
                <a:spcPts val="0"/>
              </a:spcAft>
              <a:buClr>
                <a:srgbClr val="6B7085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5" name="Google Shape;395;p47"/>
          <p:cNvSpPr txBox="1"/>
          <p:nvPr>
            <p:ph idx="16" type="body"/>
          </p:nvPr>
        </p:nvSpPr>
        <p:spPr>
          <a:xfrm>
            <a:off x="4855464" y="2160270"/>
            <a:ext cx="37032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6" name="Google Shape;396;p47"/>
          <p:cNvSpPr txBox="1"/>
          <p:nvPr>
            <p:ph idx="17" type="body"/>
          </p:nvPr>
        </p:nvSpPr>
        <p:spPr>
          <a:xfrm>
            <a:off x="4684014" y="3600450"/>
            <a:ext cx="4046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1000"/>
              <a:buFont typeface="Arial"/>
              <a:buNone/>
              <a:defRPr b="1" i="0" sz="10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7" name="Google Shape;397;p47"/>
          <p:cNvSpPr txBox="1"/>
          <p:nvPr>
            <p:ph idx="18" type="body"/>
          </p:nvPr>
        </p:nvSpPr>
        <p:spPr>
          <a:xfrm>
            <a:off x="4684014" y="3840480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8" name="Google Shape;398;p47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1_TITLE_NAVY">
  <p:cSld name="S01_TITLE_NAVY">
    <p:bg>
      <p:bgPr>
        <a:solidFill>
          <a:srgbClr val="2A3480"/>
        </a:solidFill>
      </p:bgPr>
    </p:bg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49"/>
          <p:cNvSpPr/>
          <p:nvPr/>
        </p:nvSpPr>
        <p:spPr>
          <a:xfrm>
            <a:off x="8206283" y="-573328"/>
            <a:ext cx="1509000" cy="1509000"/>
          </a:xfrm>
          <a:prstGeom prst="rect">
            <a:avLst/>
          </a:prstGeom>
          <a:solidFill>
            <a:srgbClr val="EC5F82">
              <a:alpha val="2196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49"/>
          <p:cNvSpPr/>
          <p:nvPr/>
        </p:nvSpPr>
        <p:spPr>
          <a:xfrm>
            <a:off x="-1508760" y="3154680"/>
            <a:ext cx="3703200" cy="3703200"/>
          </a:xfrm>
          <a:prstGeom prst="rect">
            <a:avLst/>
          </a:prstGeom>
          <a:solidFill>
            <a:srgbClr val="FFFFFF">
              <a:alpha val="784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49"/>
          <p:cNvSpPr txBox="1"/>
          <p:nvPr>
            <p:ph type="title"/>
          </p:nvPr>
        </p:nvSpPr>
        <p:spPr>
          <a:xfrm>
            <a:off x="617220" y="1577340"/>
            <a:ext cx="7886700" cy="130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Roboto"/>
              <a:buNone/>
              <a:defRPr b="1" i="0" sz="3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05" name="Google Shape;405;p49"/>
          <p:cNvSpPr txBox="1"/>
          <p:nvPr>
            <p:ph idx="1" type="body"/>
          </p:nvPr>
        </p:nvSpPr>
        <p:spPr>
          <a:xfrm>
            <a:off x="617220" y="2914650"/>
            <a:ext cx="7200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EC5F82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06" name="Google Shape;406;p49"/>
          <p:cNvSpPr txBox="1"/>
          <p:nvPr>
            <p:ph idx="2" type="body"/>
          </p:nvPr>
        </p:nvSpPr>
        <p:spPr>
          <a:xfrm>
            <a:off x="617220" y="3257550"/>
            <a:ext cx="66525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6DAF2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D6DAF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cxnSp>
        <p:nvCxnSpPr>
          <p:cNvPr id="407" name="Google Shape;407;p49"/>
          <p:cNvCxnSpPr/>
          <p:nvPr/>
        </p:nvCxnSpPr>
        <p:spPr>
          <a:xfrm>
            <a:off x="617220" y="3840480"/>
            <a:ext cx="2057400" cy="0"/>
          </a:xfrm>
          <a:prstGeom prst="straightConnector1">
            <a:avLst/>
          </a:prstGeom>
          <a:noFill/>
          <a:ln cap="flat" cmpd="sng" w="19050">
            <a:solidFill>
              <a:srgbClr val="EC5F8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8" name="Google Shape;408;p49"/>
          <p:cNvSpPr txBox="1"/>
          <p:nvPr>
            <p:ph idx="3" type="body"/>
          </p:nvPr>
        </p:nvSpPr>
        <p:spPr>
          <a:xfrm>
            <a:off x="617220" y="3977640"/>
            <a:ext cx="5486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9DA3D4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09" name="Google Shape;409;p49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4_SECTION_BREAK_NAVY">
  <p:cSld name="S14_SECTION_BREAK_NAVY">
    <p:bg>
      <p:bgPr>
        <a:solidFill>
          <a:srgbClr val="2A3480"/>
        </a:solidFill>
      </p:bgPr>
    </p:bg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50"/>
          <p:cNvSpPr/>
          <p:nvPr/>
        </p:nvSpPr>
        <p:spPr>
          <a:xfrm>
            <a:off x="8291322" y="-521208"/>
            <a:ext cx="1371600" cy="1371600"/>
          </a:xfrm>
          <a:prstGeom prst="rect">
            <a:avLst/>
          </a:prstGeom>
          <a:solidFill>
            <a:srgbClr val="EC5F82">
              <a:alpha val="2196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50"/>
          <p:cNvSpPr txBox="1"/>
          <p:nvPr>
            <p:ph type="title"/>
          </p:nvPr>
        </p:nvSpPr>
        <p:spPr>
          <a:xfrm>
            <a:off x="617220" y="1988820"/>
            <a:ext cx="7543800" cy="8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"/>
              <a:buNone/>
              <a:defRPr b="1" i="0" sz="30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13" name="Google Shape;413;p50"/>
          <p:cNvSpPr txBox="1"/>
          <p:nvPr>
            <p:ph idx="1" type="body"/>
          </p:nvPr>
        </p:nvSpPr>
        <p:spPr>
          <a:xfrm>
            <a:off x="617220" y="2846070"/>
            <a:ext cx="6858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EC5F82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4" name="Google Shape;414;p50"/>
          <p:cNvSpPr txBox="1"/>
          <p:nvPr>
            <p:ph idx="2" type="body"/>
          </p:nvPr>
        </p:nvSpPr>
        <p:spPr>
          <a:xfrm>
            <a:off x="617220" y="3120390"/>
            <a:ext cx="65151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6DAF2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D6DAF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5" name="Google Shape;415;p50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7_TWO_EXERCISES">
  <p:cSld name="S17_TWO_EXERCISES">
    <p:bg>
      <p:bgPr>
        <a:solidFill>
          <a:srgbClr val="FFFFFF"/>
        </a:solidFill>
      </p:bgPr>
    </p:bg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51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8" name="Google Shape;418;p51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19" name="Google Shape;419;p51"/>
          <p:cNvSpPr/>
          <p:nvPr/>
        </p:nvSpPr>
        <p:spPr>
          <a:xfrm>
            <a:off x="411480" y="685800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51"/>
          <p:cNvSpPr txBox="1"/>
          <p:nvPr>
            <p:ph idx="2" type="body"/>
          </p:nvPr>
        </p:nvSpPr>
        <p:spPr>
          <a:xfrm>
            <a:off x="240030" y="685800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ctr"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1" name="Google Shape;421;p51"/>
          <p:cNvSpPr txBox="1"/>
          <p:nvPr>
            <p:ph idx="3" type="body"/>
          </p:nvPr>
        </p:nvSpPr>
        <p:spPr>
          <a:xfrm>
            <a:off x="877824" y="699516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300"/>
              </a:spcBef>
              <a:spcAft>
                <a:spcPts val="0"/>
              </a:spcAft>
              <a:buClr>
                <a:srgbClr val="293480"/>
              </a:buClr>
              <a:buSzPts val="1400"/>
              <a:buFont typeface="Arial"/>
              <a:buNone/>
              <a:defRPr b="1" i="0" sz="14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2" name="Google Shape;422;p51"/>
          <p:cNvSpPr txBox="1"/>
          <p:nvPr>
            <p:ph idx="4" type="body"/>
          </p:nvPr>
        </p:nvSpPr>
        <p:spPr>
          <a:xfrm>
            <a:off x="411480" y="1200150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794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800"/>
              <a:buFont typeface="Arial"/>
              <a:buChar char="●"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66700" lvl="1" marL="9144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600"/>
              <a:buFont typeface="Arial"/>
              <a:buChar char="○"/>
              <a:defRPr b="0" i="0" sz="8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60350" lvl="2" marL="13716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7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60350" lvl="3" marL="18288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60350" lvl="4" marL="22860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60350" lvl="5" marL="27432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60350" lvl="6" marL="32004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60350" lvl="8" marL="4114800" marR="0" algn="l">
              <a:spcBef>
                <a:spcPts val="500"/>
              </a:spcBef>
              <a:spcAft>
                <a:spcPts val="50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423" name="Google Shape;423;p51"/>
          <p:cNvSpPr txBox="1"/>
          <p:nvPr>
            <p:ph idx="5" type="body"/>
          </p:nvPr>
        </p:nvSpPr>
        <p:spPr>
          <a:xfrm>
            <a:off x="2811780" y="1988820"/>
            <a:ext cx="15090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r">
              <a:spcBef>
                <a:spcPts val="200"/>
              </a:spcBef>
              <a:spcAft>
                <a:spcPts val="0"/>
              </a:spcAft>
              <a:buClr>
                <a:srgbClr val="6B7085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4" name="Google Shape;424;p51"/>
          <p:cNvSpPr txBox="1"/>
          <p:nvPr>
            <p:ph idx="6" type="body"/>
          </p:nvPr>
        </p:nvSpPr>
        <p:spPr>
          <a:xfrm>
            <a:off x="582930" y="2160270"/>
            <a:ext cx="37032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5" name="Google Shape;425;p51"/>
          <p:cNvSpPr/>
          <p:nvPr/>
        </p:nvSpPr>
        <p:spPr>
          <a:xfrm>
            <a:off x="411480" y="3600450"/>
            <a:ext cx="4046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000"/>
              <a:buFont typeface="Roboto"/>
              <a:buNone/>
            </a:pPr>
            <a:r>
              <a:rPr b="1" i="0" lang="en" sz="10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51"/>
          <p:cNvSpPr txBox="1"/>
          <p:nvPr>
            <p:ph idx="7" type="body"/>
          </p:nvPr>
        </p:nvSpPr>
        <p:spPr>
          <a:xfrm>
            <a:off x="411480" y="3840480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7" name="Google Shape;427;p51"/>
          <p:cNvSpPr/>
          <p:nvPr/>
        </p:nvSpPr>
        <p:spPr>
          <a:xfrm>
            <a:off x="4684014" y="685800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p51"/>
          <p:cNvSpPr txBox="1"/>
          <p:nvPr>
            <p:ph idx="8" type="body"/>
          </p:nvPr>
        </p:nvSpPr>
        <p:spPr>
          <a:xfrm>
            <a:off x="4512564" y="685800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ctr"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9" name="Google Shape;429;p51"/>
          <p:cNvSpPr txBox="1"/>
          <p:nvPr>
            <p:ph idx="9" type="body"/>
          </p:nvPr>
        </p:nvSpPr>
        <p:spPr>
          <a:xfrm>
            <a:off x="5150358" y="699516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300"/>
              </a:spcBef>
              <a:spcAft>
                <a:spcPts val="0"/>
              </a:spcAft>
              <a:buClr>
                <a:srgbClr val="293480"/>
              </a:buClr>
              <a:buSzPts val="1400"/>
              <a:buFont typeface="Arial"/>
              <a:buNone/>
              <a:defRPr b="1" i="0" sz="14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30" name="Google Shape;430;p51"/>
          <p:cNvSpPr txBox="1"/>
          <p:nvPr>
            <p:ph idx="13" type="body"/>
          </p:nvPr>
        </p:nvSpPr>
        <p:spPr>
          <a:xfrm>
            <a:off x="4684014" y="1200150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794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800"/>
              <a:buFont typeface="Arial"/>
              <a:buChar char="●"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66700" lvl="1" marL="9144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600"/>
              <a:buFont typeface="Arial"/>
              <a:buChar char="○"/>
              <a:defRPr b="0" i="0" sz="8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60350" lvl="2" marL="13716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7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60350" lvl="3" marL="18288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60350" lvl="4" marL="22860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60350" lvl="5" marL="27432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60350" lvl="6" marL="32004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60350" lvl="8" marL="4114800" marR="0" algn="l">
              <a:spcBef>
                <a:spcPts val="500"/>
              </a:spcBef>
              <a:spcAft>
                <a:spcPts val="50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431" name="Google Shape;431;p51"/>
          <p:cNvSpPr txBox="1"/>
          <p:nvPr>
            <p:ph idx="14" type="body"/>
          </p:nvPr>
        </p:nvSpPr>
        <p:spPr>
          <a:xfrm>
            <a:off x="7084314" y="1988820"/>
            <a:ext cx="15090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r">
              <a:spcBef>
                <a:spcPts val="200"/>
              </a:spcBef>
              <a:spcAft>
                <a:spcPts val="0"/>
              </a:spcAft>
              <a:buClr>
                <a:srgbClr val="6B7085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32" name="Google Shape;432;p51"/>
          <p:cNvSpPr txBox="1"/>
          <p:nvPr>
            <p:ph idx="15" type="body"/>
          </p:nvPr>
        </p:nvSpPr>
        <p:spPr>
          <a:xfrm>
            <a:off x="4855464" y="2160270"/>
            <a:ext cx="37032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33" name="Google Shape;433;p51"/>
          <p:cNvSpPr/>
          <p:nvPr/>
        </p:nvSpPr>
        <p:spPr>
          <a:xfrm>
            <a:off x="4684014" y="3600450"/>
            <a:ext cx="4046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000"/>
              <a:buFont typeface="Roboto"/>
              <a:buNone/>
            </a:pPr>
            <a:r>
              <a:rPr b="1" i="0" lang="en" sz="10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51"/>
          <p:cNvSpPr txBox="1"/>
          <p:nvPr>
            <p:ph idx="16" type="body"/>
          </p:nvPr>
        </p:nvSpPr>
        <p:spPr>
          <a:xfrm>
            <a:off x="4684014" y="3840480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35" name="Google Shape;435;p51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7_EXERCISE">
  <p:cSld name="S07_EXERCISE">
    <p:bg>
      <p:bgPr>
        <a:solidFill>
          <a:srgbClr val="FFFFFF"/>
        </a:solidFill>
      </p:bgPr>
    </p:bg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52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38" name="Google Shape;438;p52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39" name="Google Shape;439;p52"/>
          <p:cNvSpPr txBox="1"/>
          <p:nvPr>
            <p:ph idx="2" type="body"/>
          </p:nvPr>
        </p:nvSpPr>
        <p:spPr>
          <a:xfrm>
            <a:off x="3497580" y="651510"/>
            <a:ext cx="15090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r">
              <a:spcBef>
                <a:spcPts val="200"/>
              </a:spcBef>
              <a:spcAft>
                <a:spcPts val="0"/>
              </a:spcAft>
              <a:buClr>
                <a:srgbClr val="6B7085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0" name="Google Shape;440;p52"/>
          <p:cNvSpPr txBox="1"/>
          <p:nvPr>
            <p:ph idx="3" type="body"/>
          </p:nvPr>
        </p:nvSpPr>
        <p:spPr>
          <a:xfrm>
            <a:off x="582930" y="822960"/>
            <a:ext cx="4389000" cy="21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1" name="Google Shape;441;p52"/>
          <p:cNvSpPr txBox="1"/>
          <p:nvPr>
            <p:ph idx="4" type="body"/>
          </p:nvPr>
        </p:nvSpPr>
        <p:spPr>
          <a:xfrm>
            <a:off x="5417820" y="651510"/>
            <a:ext cx="329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300"/>
              </a:spcBef>
              <a:spcAft>
                <a:spcPts val="0"/>
              </a:spcAft>
              <a:buClr>
                <a:srgbClr val="293480"/>
              </a:buClr>
              <a:buSzPts val="1400"/>
              <a:buFont typeface="Arial"/>
              <a:buNone/>
              <a:defRPr b="1" i="0" sz="14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2" name="Google Shape;442;p52"/>
          <p:cNvSpPr txBox="1"/>
          <p:nvPr>
            <p:ph idx="5" type="body"/>
          </p:nvPr>
        </p:nvSpPr>
        <p:spPr>
          <a:xfrm>
            <a:off x="5417820" y="994410"/>
            <a:ext cx="32919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794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800"/>
              <a:buFont typeface="Arial"/>
              <a:buChar char="●"/>
              <a:defRPr b="0" i="0" sz="11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73050" lvl="1" marL="9144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700"/>
              <a:buFont typeface="Arial"/>
              <a:buChar char="○"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66700" lvl="2" marL="13716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600"/>
              <a:buFont typeface="Arial"/>
              <a:buChar char="■"/>
              <a:defRPr b="0" i="0" sz="8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60350" lvl="3" marL="18288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60350" lvl="4" marL="22860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60350" lvl="5" marL="27432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60350" lvl="6" marL="32004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60350" lvl="8" marL="4114800" marR="0" algn="l">
              <a:spcBef>
                <a:spcPts val="600"/>
              </a:spcBef>
              <a:spcAft>
                <a:spcPts val="60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443" name="Google Shape;443;p52"/>
          <p:cNvSpPr txBox="1"/>
          <p:nvPr>
            <p:ph idx="6" type="body"/>
          </p:nvPr>
        </p:nvSpPr>
        <p:spPr>
          <a:xfrm>
            <a:off x="5417820" y="3051610"/>
            <a:ext cx="32919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4" name="Google Shape;444;p52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6_CLOSING_NAVY">
  <p:cSld name="S16_CLOSING_NAVY">
    <p:bg>
      <p:bgPr>
        <a:solidFill>
          <a:srgbClr val="2A3480"/>
        </a:solidFill>
      </p:bgPr>
    </p:bg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53"/>
          <p:cNvSpPr/>
          <p:nvPr/>
        </p:nvSpPr>
        <p:spPr>
          <a:xfrm>
            <a:off x="8291322" y="-521208"/>
            <a:ext cx="1371600" cy="1371600"/>
          </a:xfrm>
          <a:prstGeom prst="rect">
            <a:avLst/>
          </a:prstGeom>
          <a:solidFill>
            <a:srgbClr val="EC5F82">
              <a:alpha val="2196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p53"/>
          <p:cNvSpPr/>
          <p:nvPr/>
        </p:nvSpPr>
        <p:spPr>
          <a:xfrm>
            <a:off x="-1234440" y="3223260"/>
            <a:ext cx="3429000" cy="3429000"/>
          </a:xfrm>
          <a:prstGeom prst="rect">
            <a:avLst/>
          </a:prstGeom>
          <a:solidFill>
            <a:srgbClr val="FFFFFF">
              <a:alpha val="784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8" name="Google Shape;448;p53"/>
          <p:cNvSpPr txBox="1"/>
          <p:nvPr>
            <p:ph type="title"/>
          </p:nvPr>
        </p:nvSpPr>
        <p:spPr>
          <a:xfrm>
            <a:off x="617220" y="1851660"/>
            <a:ext cx="6858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Roboto"/>
              <a:buNone/>
              <a:defRPr b="1" i="0" sz="3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49" name="Google Shape;449;p53"/>
          <p:cNvSpPr txBox="1"/>
          <p:nvPr>
            <p:ph idx="1" type="body"/>
          </p:nvPr>
        </p:nvSpPr>
        <p:spPr>
          <a:xfrm>
            <a:off x="617220" y="2537460"/>
            <a:ext cx="65151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300"/>
              </a:spcBef>
              <a:spcAft>
                <a:spcPts val="0"/>
              </a:spcAft>
              <a:buClr>
                <a:srgbClr val="D6DAF2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D6DAF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cxnSp>
        <p:nvCxnSpPr>
          <p:cNvPr id="450" name="Google Shape;450;p53"/>
          <p:cNvCxnSpPr/>
          <p:nvPr/>
        </p:nvCxnSpPr>
        <p:spPr>
          <a:xfrm>
            <a:off x="617220" y="3223260"/>
            <a:ext cx="2057400" cy="0"/>
          </a:xfrm>
          <a:prstGeom prst="straightConnector1">
            <a:avLst/>
          </a:prstGeom>
          <a:noFill/>
          <a:ln cap="flat" cmpd="sng" w="19050">
            <a:solidFill>
              <a:srgbClr val="EC5F8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1" name="Google Shape;451;p53"/>
          <p:cNvSpPr txBox="1"/>
          <p:nvPr>
            <p:ph idx="2" type="body"/>
          </p:nvPr>
        </p:nvSpPr>
        <p:spPr>
          <a:xfrm>
            <a:off x="617220" y="3394710"/>
            <a:ext cx="6172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9DA3D4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52" name="Google Shape;452;p53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2_CONTENT_BULLETS">
  <p:cSld name="S02_CONTENT_BULLETS">
    <p:bg>
      <p:bgPr>
        <a:solidFill>
          <a:srgbClr val="FFFFFF"/>
        </a:solidFill>
      </p:bgPr>
    </p:bg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55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56" name="Google Shape;456;p55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57" name="Google Shape;457;p55"/>
          <p:cNvSpPr txBox="1"/>
          <p:nvPr>
            <p:ph idx="2" type="body"/>
          </p:nvPr>
        </p:nvSpPr>
        <p:spPr>
          <a:xfrm>
            <a:off x="480060" y="1062990"/>
            <a:ext cx="8160900" cy="294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8575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Char char="●"/>
              <a:defRPr b="0" i="0" sz="12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79400" lvl="1" marL="9144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800"/>
              <a:buFont typeface="Arial"/>
              <a:buChar char="○"/>
              <a:defRPr b="0" i="0" sz="11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73050" lvl="2" marL="13716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700"/>
              <a:buFont typeface="Arial"/>
              <a:buChar char="■"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66700" lvl="3" marL="18288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600"/>
              <a:buFont typeface="Arial"/>
              <a:buChar char="●"/>
              <a:defRPr b="0" i="0" sz="8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60350" lvl="4" marL="22860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60350" lvl="5" marL="27432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60350" lvl="6" marL="32004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60350" lvl="8" marL="4114800" marR="0" algn="l">
              <a:spcBef>
                <a:spcPts val="600"/>
              </a:spcBef>
              <a:spcAft>
                <a:spcPts val="60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458" name="Google Shape;458;p55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3_FOUR_CARDS">
  <p:cSld name="S03_FOUR_CARDS">
    <p:bg>
      <p:bgPr>
        <a:solidFill>
          <a:srgbClr val="FFFFFF"/>
        </a:solidFill>
      </p:bgPr>
    </p:bg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56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61" name="Google Shape;461;p56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62" name="Google Shape;462;p56"/>
          <p:cNvSpPr/>
          <p:nvPr/>
        </p:nvSpPr>
        <p:spPr>
          <a:xfrm>
            <a:off x="411480" y="1062990"/>
            <a:ext cx="1954500" cy="3086100"/>
          </a:xfrm>
          <a:prstGeom prst="rect">
            <a:avLst/>
          </a:prstGeom>
          <a:solidFill>
            <a:srgbClr val="EAF1FB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3" name="Google Shape;463;p56"/>
          <p:cNvSpPr/>
          <p:nvPr/>
        </p:nvSpPr>
        <p:spPr>
          <a:xfrm>
            <a:off x="582930" y="1234440"/>
            <a:ext cx="377100" cy="3771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p56"/>
          <p:cNvSpPr/>
          <p:nvPr/>
        </p:nvSpPr>
        <p:spPr>
          <a:xfrm>
            <a:off x="582930" y="123444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56"/>
          <p:cNvSpPr txBox="1"/>
          <p:nvPr>
            <p:ph idx="2" type="body"/>
          </p:nvPr>
        </p:nvSpPr>
        <p:spPr>
          <a:xfrm>
            <a:off x="582930" y="1748790"/>
            <a:ext cx="16116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66" name="Google Shape;466;p56"/>
          <p:cNvSpPr txBox="1"/>
          <p:nvPr>
            <p:ph idx="3" type="body"/>
          </p:nvPr>
        </p:nvSpPr>
        <p:spPr>
          <a:xfrm>
            <a:off x="582930" y="2263140"/>
            <a:ext cx="1611600" cy="15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67" name="Google Shape;467;p56"/>
          <p:cNvSpPr/>
          <p:nvPr/>
        </p:nvSpPr>
        <p:spPr>
          <a:xfrm>
            <a:off x="2558034" y="1062990"/>
            <a:ext cx="1954500" cy="3086100"/>
          </a:xfrm>
          <a:prstGeom prst="rect">
            <a:avLst/>
          </a:prstGeom>
          <a:solidFill>
            <a:srgbClr val="F4F4F7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8" name="Google Shape;468;p56"/>
          <p:cNvSpPr/>
          <p:nvPr/>
        </p:nvSpPr>
        <p:spPr>
          <a:xfrm>
            <a:off x="2729484" y="1234440"/>
            <a:ext cx="377100" cy="3771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9" name="Google Shape;469;p56"/>
          <p:cNvSpPr/>
          <p:nvPr/>
        </p:nvSpPr>
        <p:spPr>
          <a:xfrm>
            <a:off x="2729484" y="123444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56"/>
          <p:cNvSpPr txBox="1"/>
          <p:nvPr>
            <p:ph idx="4" type="body"/>
          </p:nvPr>
        </p:nvSpPr>
        <p:spPr>
          <a:xfrm>
            <a:off x="2729484" y="1748790"/>
            <a:ext cx="16116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71" name="Google Shape;471;p56"/>
          <p:cNvSpPr txBox="1"/>
          <p:nvPr>
            <p:ph idx="5" type="body"/>
          </p:nvPr>
        </p:nvSpPr>
        <p:spPr>
          <a:xfrm>
            <a:off x="2729484" y="2263140"/>
            <a:ext cx="1611600" cy="15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72" name="Google Shape;472;p56"/>
          <p:cNvSpPr/>
          <p:nvPr/>
        </p:nvSpPr>
        <p:spPr>
          <a:xfrm>
            <a:off x="4704588" y="1062990"/>
            <a:ext cx="1954500" cy="3086100"/>
          </a:xfrm>
          <a:prstGeom prst="rect">
            <a:avLst/>
          </a:prstGeom>
          <a:solidFill>
            <a:srgbClr val="EAF1FB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3" name="Google Shape;473;p56"/>
          <p:cNvSpPr/>
          <p:nvPr/>
        </p:nvSpPr>
        <p:spPr>
          <a:xfrm>
            <a:off x="4876038" y="1234440"/>
            <a:ext cx="377100" cy="3771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4" name="Google Shape;474;p56"/>
          <p:cNvSpPr/>
          <p:nvPr/>
        </p:nvSpPr>
        <p:spPr>
          <a:xfrm>
            <a:off x="4876038" y="123444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56"/>
          <p:cNvSpPr txBox="1"/>
          <p:nvPr>
            <p:ph idx="6" type="body"/>
          </p:nvPr>
        </p:nvSpPr>
        <p:spPr>
          <a:xfrm>
            <a:off x="4876038" y="1748790"/>
            <a:ext cx="16116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76" name="Google Shape;476;p56"/>
          <p:cNvSpPr txBox="1"/>
          <p:nvPr>
            <p:ph idx="7" type="body"/>
          </p:nvPr>
        </p:nvSpPr>
        <p:spPr>
          <a:xfrm>
            <a:off x="4876038" y="2263140"/>
            <a:ext cx="1611600" cy="15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77" name="Google Shape;477;p56"/>
          <p:cNvSpPr/>
          <p:nvPr/>
        </p:nvSpPr>
        <p:spPr>
          <a:xfrm>
            <a:off x="6851142" y="1062990"/>
            <a:ext cx="1954500" cy="3086100"/>
          </a:xfrm>
          <a:prstGeom prst="rect">
            <a:avLst/>
          </a:prstGeom>
          <a:solidFill>
            <a:srgbClr val="F4F4F7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8" name="Google Shape;478;p56"/>
          <p:cNvSpPr/>
          <p:nvPr/>
        </p:nvSpPr>
        <p:spPr>
          <a:xfrm>
            <a:off x="7022592" y="1234440"/>
            <a:ext cx="377100" cy="3771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9" name="Google Shape;479;p56"/>
          <p:cNvSpPr/>
          <p:nvPr/>
        </p:nvSpPr>
        <p:spPr>
          <a:xfrm>
            <a:off x="7022592" y="123444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56"/>
          <p:cNvSpPr txBox="1"/>
          <p:nvPr>
            <p:ph idx="8" type="body"/>
          </p:nvPr>
        </p:nvSpPr>
        <p:spPr>
          <a:xfrm>
            <a:off x="7022592" y="1748790"/>
            <a:ext cx="16116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81" name="Google Shape;481;p56"/>
          <p:cNvSpPr txBox="1"/>
          <p:nvPr>
            <p:ph idx="9" type="body"/>
          </p:nvPr>
        </p:nvSpPr>
        <p:spPr>
          <a:xfrm>
            <a:off x="7022592" y="2263140"/>
            <a:ext cx="1611600" cy="15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82" name="Google Shape;482;p56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4_THREE_CARDS_ROADMAP">
  <p:cSld name="S04_THREE_CARDS_ROADMAP">
    <p:bg>
      <p:bgPr>
        <a:solidFill>
          <a:srgbClr val="FFFFF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57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85" name="Google Shape;485;p57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86" name="Google Shape;486;p57"/>
          <p:cNvSpPr/>
          <p:nvPr/>
        </p:nvSpPr>
        <p:spPr>
          <a:xfrm>
            <a:off x="411480" y="1062990"/>
            <a:ext cx="2640300" cy="2194800"/>
          </a:xfrm>
          <a:prstGeom prst="rect">
            <a:avLst/>
          </a:prstGeom>
          <a:solidFill>
            <a:srgbClr val="EAF1FB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7" name="Google Shape;487;p57"/>
          <p:cNvSpPr/>
          <p:nvPr/>
        </p:nvSpPr>
        <p:spPr>
          <a:xfrm>
            <a:off x="582930" y="1234440"/>
            <a:ext cx="377100" cy="3771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8" name="Google Shape;488;p57"/>
          <p:cNvSpPr/>
          <p:nvPr/>
        </p:nvSpPr>
        <p:spPr>
          <a:xfrm>
            <a:off x="582930" y="123444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57"/>
          <p:cNvSpPr txBox="1"/>
          <p:nvPr>
            <p:ph idx="2" type="body"/>
          </p:nvPr>
        </p:nvSpPr>
        <p:spPr>
          <a:xfrm>
            <a:off x="582930" y="1748790"/>
            <a:ext cx="2297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9348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0" name="Google Shape;490;p57"/>
          <p:cNvSpPr txBox="1"/>
          <p:nvPr>
            <p:ph idx="3" type="body"/>
          </p:nvPr>
        </p:nvSpPr>
        <p:spPr>
          <a:xfrm>
            <a:off x="582930" y="2125980"/>
            <a:ext cx="22974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1" name="Google Shape;491;p57"/>
          <p:cNvSpPr/>
          <p:nvPr/>
        </p:nvSpPr>
        <p:spPr>
          <a:xfrm>
            <a:off x="3257550" y="1062990"/>
            <a:ext cx="2640300" cy="2194800"/>
          </a:xfrm>
          <a:prstGeom prst="rect">
            <a:avLst/>
          </a:prstGeom>
          <a:solidFill>
            <a:srgbClr val="F4F4F7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2" name="Google Shape;492;p57"/>
          <p:cNvSpPr/>
          <p:nvPr/>
        </p:nvSpPr>
        <p:spPr>
          <a:xfrm>
            <a:off x="3429000" y="1234440"/>
            <a:ext cx="377100" cy="3771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57"/>
          <p:cNvSpPr/>
          <p:nvPr/>
        </p:nvSpPr>
        <p:spPr>
          <a:xfrm>
            <a:off x="3429000" y="123444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57"/>
          <p:cNvSpPr txBox="1"/>
          <p:nvPr>
            <p:ph idx="4" type="body"/>
          </p:nvPr>
        </p:nvSpPr>
        <p:spPr>
          <a:xfrm>
            <a:off x="3429000" y="1748790"/>
            <a:ext cx="2297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9348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5" name="Google Shape;495;p57"/>
          <p:cNvSpPr txBox="1"/>
          <p:nvPr>
            <p:ph idx="5" type="body"/>
          </p:nvPr>
        </p:nvSpPr>
        <p:spPr>
          <a:xfrm>
            <a:off x="3429000" y="2125980"/>
            <a:ext cx="22974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6" name="Google Shape;496;p57"/>
          <p:cNvSpPr/>
          <p:nvPr/>
        </p:nvSpPr>
        <p:spPr>
          <a:xfrm>
            <a:off x="6103620" y="1062990"/>
            <a:ext cx="2640300" cy="2194800"/>
          </a:xfrm>
          <a:prstGeom prst="rect">
            <a:avLst/>
          </a:prstGeom>
          <a:solidFill>
            <a:srgbClr val="EAF1FB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7" name="Google Shape;497;p57"/>
          <p:cNvSpPr/>
          <p:nvPr/>
        </p:nvSpPr>
        <p:spPr>
          <a:xfrm>
            <a:off x="6275070" y="1234440"/>
            <a:ext cx="377100" cy="3771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8" name="Google Shape;498;p57"/>
          <p:cNvSpPr/>
          <p:nvPr/>
        </p:nvSpPr>
        <p:spPr>
          <a:xfrm>
            <a:off x="6275070" y="123444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57"/>
          <p:cNvSpPr txBox="1"/>
          <p:nvPr>
            <p:ph idx="6" type="body"/>
          </p:nvPr>
        </p:nvSpPr>
        <p:spPr>
          <a:xfrm>
            <a:off x="6275070" y="1748790"/>
            <a:ext cx="2297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9348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00" name="Google Shape;500;p57"/>
          <p:cNvSpPr txBox="1"/>
          <p:nvPr>
            <p:ph idx="7" type="body"/>
          </p:nvPr>
        </p:nvSpPr>
        <p:spPr>
          <a:xfrm>
            <a:off x="6275070" y="2125980"/>
            <a:ext cx="22974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01" name="Google Shape;501;p57"/>
          <p:cNvSpPr txBox="1"/>
          <p:nvPr>
            <p:ph idx="8" type="body"/>
          </p:nvPr>
        </p:nvSpPr>
        <p:spPr>
          <a:xfrm>
            <a:off x="411480" y="3497580"/>
            <a:ext cx="8298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02" name="Google Shape;502;p57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5_TWO_COLUMN_COMPARE">
  <p:cSld name="S05_TWO_COLUMN_COMPARE">
    <p:bg>
      <p:bgPr>
        <a:solidFill>
          <a:srgbClr val="FFFFFF"/>
        </a:solidFill>
      </p:bgPr>
    </p:bg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58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05" name="Google Shape;505;p58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06" name="Google Shape;506;p58"/>
          <p:cNvSpPr/>
          <p:nvPr/>
        </p:nvSpPr>
        <p:spPr>
          <a:xfrm>
            <a:off x="411480" y="1062990"/>
            <a:ext cx="4046100" cy="2880600"/>
          </a:xfrm>
          <a:prstGeom prst="rect">
            <a:avLst/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7" name="Google Shape;507;p58"/>
          <p:cNvSpPr txBox="1"/>
          <p:nvPr>
            <p:ph idx="2" type="body"/>
          </p:nvPr>
        </p:nvSpPr>
        <p:spPr>
          <a:xfrm>
            <a:off x="651510" y="1234440"/>
            <a:ext cx="356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08" name="Google Shape;508;p58"/>
          <p:cNvSpPr txBox="1"/>
          <p:nvPr>
            <p:ph idx="3" type="body"/>
          </p:nvPr>
        </p:nvSpPr>
        <p:spPr>
          <a:xfrm>
            <a:off x="651510" y="1611630"/>
            <a:ext cx="3566400" cy="21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794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800"/>
              <a:buFont typeface="Arial"/>
              <a:buChar char="●"/>
              <a:defRPr b="0" i="0" sz="11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73050" lvl="1" marL="9144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700"/>
              <a:buFont typeface="Arial"/>
              <a:buChar char="○"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66700" lvl="2" marL="13716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600"/>
              <a:buFont typeface="Arial"/>
              <a:buChar char="■"/>
              <a:defRPr b="0" i="0" sz="8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60350" lvl="3" marL="18288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60350" lvl="4" marL="22860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60350" lvl="5" marL="27432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60350" lvl="6" marL="32004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60350" lvl="8" marL="4114800" marR="0" algn="l">
              <a:spcBef>
                <a:spcPts val="500"/>
              </a:spcBef>
              <a:spcAft>
                <a:spcPts val="50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509" name="Google Shape;509;p58"/>
          <p:cNvSpPr/>
          <p:nvPr/>
        </p:nvSpPr>
        <p:spPr>
          <a:xfrm>
            <a:off x="4663440" y="1062990"/>
            <a:ext cx="4046100" cy="2880600"/>
          </a:xfrm>
          <a:prstGeom prst="rect">
            <a:avLst/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0" name="Google Shape;510;p58"/>
          <p:cNvSpPr txBox="1"/>
          <p:nvPr>
            <p:ph idx="4" type="body"/>
          </p:nvPr>
        </p:nvSpPr>
        <p:spPr>
          <a:xfrm>
            <a:off x="4903470" y="1234440"/>
            <a:ext cx="356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11" name="Google Shape;511;p58"/>
          <p:cNvSpPr txBox="1"/>
          <p:nvPr>
            <p:ph idx="5" type="body"/>
          </p:nvPr>
        </p:nvSpPr>
        <p:spPr>
          <a:xfrm>
            <a:off x="4903470" y="1611630"/>
            <a:ext cx="3566400" cy="21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794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800"/>
              <a:buFont typeface="Arial"/>
              <a:buChar char="●"/>
              <a:defRPr b="0" i="0" sz="11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73050" lvl="1" marL="9144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700"/>
              <a:buFont typeface="Arial"/>
              <a:buChar char="○"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66700" lvl="2" marL="13716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600"/>
              <a:buFont typeface="Arial"/>
              <a:buChar char="■"/>
              <a:defRPr b="0" i="0" sz="8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60350" lvl="3" marL="18288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60350" lvl="4" marL="22860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60350" lvl="5" marL="27432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60350" lvl="6" marL="32004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60350" lvl="8" marL="4114800" marR="0" algn="l">
              <a:spcBef>
                <a:spcPts val="500"/>
              </a:spcBef>
              <a:spcAft>
                <a:spcPts val="50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512" name="Google Shape;512;p58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6_SPLIT_PANEL">
  <p:cSld name="S06_SPLIT_PANEL">
    <p:bg>
      <p:bgPr>
        <a:solidFill>
          <a:srgbClr val="FFFFFF"/>
        </a:solidFill>
      </p:bgPr>
    </p:bg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59"/>
          <p:cNvSpPr/>
          <p:nvPr/>
        </p:nvSpPr>
        <p:spPr>
          <a:xfrm>
            <a:off x="4570857" y="0"/>
            <a:ext cx="4570800" cy="5143500"/>
          </a:xfrm>
          <a:prstGeom prst="rect">
            <a:avLst/>
          </a:prstGeom>
          <a:solidFill>
            <a:srgbClr val="29348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5" name="Google Shape;515;p59"/>
          <p:cNvSpPr txBox="1"/>
          <p:nvPr>
            <p:ph type="title"/>
          </p:nvPr>
        </p:nvSpPr>
        <p:spPr>
          <a:xfrm>
            <a:off x="411480" y="219456"/>
            <a:ext cx="3909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16" name="Google Shape;516;p59"/>
          <p:cNvSpPr txBox="1"/>
          <p:nvPr>
            <p:ph idx="1" type="body"/>
          </p:nvPr>
        </p:nvSpPr>
        <p:spPr>
          <a:xfrm>
            <a:off x="411480" y="617220"/>
            <a:ext cx="39093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17" name="Google Shape;517;p59"/>
          <p:cNvSpPr txBox="1"/>
          <p:nvPr>
            <p:ph idx="2" type="body"/>
          </p:nvPr>
        </p:nvSpPr>
        <p:spPr>
          <a:xfrm>
            <a:off x="411480" y="1062990"/>
            <a:ext cx="39093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300"/>
              </a:spcBef>
              <a:spcAft>
                <a:spcPts val="0"/>
              </a:spcAft>
              <a:buClr>
                <a:srgbClr val="293480"/>
              </a:buClr>
              <a:buSzPts val="1400"/>
              <a:buFont typeface="Arial"/>
              <a:buNone/>
              <a:defRPr b="1" i="0" sz="14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18" name="Google Shape;518;p59"/>
          <p:cNvSpPr txBox="1"/>
          <p:nvPr>
            <p:ph idx="3" type="body"/>
          </p:nvPr>
        </p:nvSpPr>
        <p:spPr>
          <a:xfrm>
            <a:off x="411480" y="1371600"/>
            <a:ext cx="3909300" cy="26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794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800"/>
              <a:buFont typeface="Arial"/>
              <a:buChar char="●"/>
              <a:defRPr b="0" i="0" sz="11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73050" lvl="1" marL="9144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700"/>
              <a:buFont typeface="Arial"/>
              <a:buChar char="○"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66700" lvl="2" marL="13716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600"/>
              <a:buFont typeface="Arial"/>
              <a:buChar char="■"/>
              <a:defRPr b="0" i="0" sz="8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60350" lvl="3" marL="18288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60350" lvl="4" marL="22860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60350" lvl="5" marL="27432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60350" lvl="6" marL="32004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60350" lvl="8" marL="4114800" marR="0" algn="l">
              <a:spcBef>
                <a:spcPts val="600"/>
              </a:spcBef>
              <a:spcAft>
                <a:spcPts val="60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519" name="Google Shape;519;p59"/>
          <p:cNvSpPr txBox="1"/>
          <p:nvPr>
            <p:ph idx="4" type="body"/>
          </p:nvPr>
        </p:nvSpPr>
        <p:spPr>
          <a:xfrm>
            <a:off x="411480" y="4526280"/>
            <a:ext cx="39093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800"/>
              <a:buFont typeface="Arial"/>
              <a:buNone/>
              <a:defRPr b="0" i="1" sz="8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20" name="Google Shape;520;p59"/>
          <p:cNvSpPr txBox="1"/>
          <p:nvPr>
            <p:ph idx="5" type="title"/>
          </p:nvPr>
        </p:nvSpPr>
        <p:spPr>
          <a:xfrm>
            <a:off x="4879467" y="219456"/>
            <a:ext cx="39537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1" name="Google Shape;521;p59"/>
          <p:cNvSpPr txBox="1"/>
          <p:nvPr>
            <p:ph idx="6" type="body"/>
          </p:nvPr>
        </p:nvSpPr>
        <p:spPr>
          <a:xfrm>
            <a:off x="4879467" y="617220"/>
            <a:ext cx="3953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EC5F82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22" name="Google Shape;522;p59"/>
          <p:cNvSpPr txBox="1"/>
          <p:nvPr>
            <p:ph idx="7" type="body"/>
          </p:nvPr>
        </p:nvSpPr>
        <p:spPr>
          <a:xfrm>
            <a:off x="4879467" y="1062990"/>
            <a:ext cx="39537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b="1" i="0" sz="14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23" name="Google Shape;523;p59"/>
          <p:cNvSpPr txBox="1"/>
          <p:nvPr>
            <p:ph idx="8" type="body"/>
          </p:nvPr>
        </p:nvSpPr>
        <p:spPr>
          <a:xfrm>
            <a:off x="4879467" y="1371600"/>
            <a:ext cx="3953700" cy="26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79400" lvl="0" marL="457200" marR="0" algn="l"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Char char="●"/>
              <a:defRPr b="0" i="0" sz="11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73050" lvl="1" marL="914400" marR="0" algn="l">
              <a:spcBef>
                <a:spcPts val="60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Arial"/>
              <a:buChar char="○"/>
              <a:defRPr b="0" i="0" sz="9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66700" lvl="2" marL="1371600" marR="0" algn="l">
              <a:spcBef>
                <a:spcPts val="60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Char char="■"/>
              <a:defRPr b="0" i="0" sz="8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60350" lvl="3" marL="1828800" marR="0" algn="l">
              <a:spcBef>
                <a:spcPts val="60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60350" lvl="4" marL="2286000" marR="0" algn="l">
              <a:spcBef>
                <a:spcPts val="60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60350" lvl="5" marL="2743200" marR="0" algn="l">
              <a:spcBef>
                <a:spcPts val="60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60350" lvl="6" marL="3200400" marR="0" algn="l">
              <a:spcBef>
                <a:spcPts val="60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spcBef>
                <a:spcPts val="60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60350" lvl="8" marL="4114800" marR="0" algn="l">
              <a:spcBef>
                <a:spcPts val="600"/>
              </a:spcBef>
              <a:spcAft>
                <a:spcPts val="600"/>
              </a:spcAft>
              <a:buClr>
                <a:srgbClr val="FFFFFF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524" name="Google Shape;524;p59"/>
          <p:cNvSpPr txBox="1"/>
          <p:nvPr>
            <p:ph idx="9" type="body"/>
          </p:nvPr>
        </p:nvSpPr>
        <p:spPr>
          <a:xfrm>
            <a:off x="4810887" y="822960"/>
            <a:ext cx="40908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25" name="Google Shape;525;p59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8_FLOW_DIAGRAM">
  <p:cSld name="S08_FLOW_DIAGRAM">
    <p:bg>
      <p:bgPr>
        <a:solidFill>
          <a:srgbClr val="FFFFFF"/>
        </a:solidFill>
      </p:bgPr>
    </p:bg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p60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28" name="Google Shape;528;p60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9" name="Google Shape;529;p60"/>
          <p:cNvSpPr/>
          <p:nvPr/>
        </p:nvSpPr>
        <p:spPr>
          <a:xfrm>
            <a:off x="480060" y="1200150"/>
            <a:ext cx="1783200" cy="1028700"/>
          </a:xfrm>
          <a:prstGeom prst="rect">
            <a:avLst/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0" name="Google Shape;530;p60"/>
          <p:cNvSpPr txBox="1"/>
          <p:nvPr>
            <p:ph idx="2" type="body"/>
          </p:nvPr>
        </p:nvSpPr>
        <p:spPr>
          <a:xfrm>
            <a:off x="548640" y="1200150"/>
            <a:ext cx="1645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ctr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1" name="Google Shape;531;p60"/>
          <p:cNvSpPr/>
          <p:nvPr/>
        </p:nvSpPr>
        <p:spPr>
          <a:xfrm>
            <a:off x="2297430" y="1508760"/>
            <a:ext cx="342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C5F82"/>
              </a:buClr>
              <a:buSzPts val="1800"/>
              <a:buFont typeface="Roboto"/>
              <a:buNone/>
            </a:pPr>
            <a:r>
              <a:rPr b="0" i="0" lang="en" sz="18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60"/>
          <p:cNvSpPr/>
          <p:nvPr/>
        </p:nvSpPr>
        <p:spPr>
          <a:xfrm>
            <a:off x="2640330" y="1200150"/>
            <a:ext cx="1783200" cy="1028700"/>
          </a:xfrm>
          <a:prstGeom prst="rect">
            <a:avLst/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p60"/>
          <p:cNvSpPr txBox="1"/>
          <p:nvPr>
            <p:ph idx="3" type="body"/>
          </p:nvPr>
        </p:nvSpPr>
        <p:spPr>
          <a:xfrm>
            <a:off x="2708910" y="1200150"/>
            <a:ext cx="1645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ctr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4" name="Google Shape;534;p60"/>
          <p:cNvSpPr/>
          <p:nvPr/>
        </p:nvSpPr>
        <p:spPr>
          <a:xfrm>
            <a:off x="4457700" y="1508760"/>
            <a:ext cx="342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C5F82"/>
              </a:buClr>
              <a:buSzPts val="1800"/>
              <a:buFont typeface="Roboto"/>
              <a:buNone/>
            </a:pPr>
            <a:r>
              <a:rPr b="0" i="0" lang="en" sz="18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60"/>
          <p:cNvSpPr/>
          <p:nvPr/>
        </p:nvSpPr>
        <p:spPr>
          <a:xfrm>
            <a:off x="4800600" y="1200150"/>
            <a:ext cx="1783200" cy="1028700"/>
          </a:xfrm>
          <a:prstGeom prst="rect">
            <a:avLst/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6" name="Google Shape;536;p60"/>
          <p:cNvSpPr txBox="1"/>
          <p:nvPr>
            <p:ph idx="4" type="body"/>
          </p:nvPr>
        </p:nvSpPr>
        <p:spPr>
          <a:xfrm>
            <a:off x="4869180" y="1200150"/>
            <a:ext cx="1645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ctr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7" name="Google Shape;537;p60"/>
          <p:cNvSpPr/>
          <p:nvPr/>
        </p:nvSpPr>
        <p:spPr>
          <a:xfrm>
            <a:off x="6617970" y="1508760"/>
            <a:ext cx="342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C5F82"/>
              </a:buClr>
              <a:buSzPts val="1800"/>
              <a:buFont typeface="Roboto"/>
              <a:buNone/>
            </a:pPr>
            <a:r>
              <a:rPr b="0" i="0" lang="en" sz="18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60"/>
          <p:cNvSpPr/>
          <p:nvPr/>
        </p:nvSpPr>
        <p:spPr>
          <a:xfrm>
            <a:off x="6960870" y="1200150"/>
            <a:ext cx="1783200" cy="1028700"/>
          </a:xfrm>
          <a:prstGeom prst="rect">
            <a:avLst/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9" name="Google Shape;539;p60"/>
          <p:cNvSpPr txBox="1"/>
          <p:nvPr>
            <p:ph idx="5" type="body"/>
          </p:nvPr>
        </p:nvSpPr>
        <p:spPr>
          <a:xfrm>
            <a:off x="7029450" y="1200150"/>
            <a:ext cx="1645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ctr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0" name="Google Shape;540;p60"/>
          <p:cNvSpPr txBox="1"/>
          <p:nvPr>
            <p:ph idx="6" type="body"/>
          </p:nvPr>
        </p:nvSpPr>
        <p:spPr>
          <a:xfrm>
            <a:off x="480060" y="2571750"/>
            <a:ext cx="8160900" cy="15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794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800"/>
              <a:buFont typeface="Arial"/>
              <a:buChar char="●"/>
              <a:defRPr b="0" i="0" sz="11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73050" lvl="1" marL="9144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700"/>
              <a:buFont typeface="Arial"/>
              <a:buChar char="○"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66700" lvl="2" marL="13716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600"/>
              <a:buFont typeface="Arial"/>
              <a:buChar char="■"/>
              <a:defRPr b="0" i="0" sz="8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60350" lvl="3" marL="18288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60350" lvl="4" marL="22860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60350" lvl="5" marL="27432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60350" lvl="6" marL="32004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60350" lvl="8" marL="4114800" marR="0" algn="l">
              <a:spcBef>
                <a:spcPts val="600"/>
              </a:spcBef>
              <a:spcAft>
                <a:spcPts val="60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541" name="Google Shape;541;p60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9_NUMBERED_ROWS_3">
  <p:cSld name="S09_NUMBERED_ROWS_3">
    <p:bg>
      <p:bgPr>
        <a:solidFill>
          <a:srgbClr val="FFFFFF"/>
        </a:solidFill>
      </p:bgPr>
    </p:bg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61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4" name="Google Shape;544;p61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45" name="Google Shape;545;p61"/>
          <p:cNvSpPr/>
          <p:nvPr/>
        </p:nvSpPr>
        <p:spPr>
          <a:xfrm>
            <a:off x="411480" y="1200150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6" name="Google Shape;546;p61"/>
          <p:cNvSpPr/>
          <p:nvPr/>
        </p:nvSpPr>
        <p:spPr>
          <a:xfrm>
            <a:off x="411480" y="1200150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61"/>
          <p:cNvSpPr txBox="1"/>
          <p:nvPr>
            <p:ph idx="2" type="body"/>
          </p:nvPr>
        </p:nvSpPr>
        <p:spPr>
          <a:xfrm>
            <a:off x="925830" y="1097280"/>
            <a:ext cx="774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8" name="Google Shape;548;p61"/>
          <p:cNvSpPr txBox="1"/>
          <p:nvPr>
            <p:ph idx="3" type="body"/>
          </p:nvPr>
        </p:nvSpPr>
        <p:spPr>
          <a:xfrm>
            <a:off x="925830" y="1385316"/>
            <a:ext cx="77496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9" name="Google Shape;549;p61"/>
          <p:cNvSpPr/>
          <p:nvPr/>
        </p:nvSpPr>
        <p:spPr>
          <a:xfrm>
            <a:off x="411480" y="2228850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0" name="Google Shape;550;p61"/>
          <p:cNvSpPr/>
          <p:nvPr/>
        </p:nvSpPr>
        <p:spPr>
          <a:xfrm>
            <a:off x="411480" y="2228850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61"/>
          <p:cNvSpPr txBox="1"/>
          <p:nvPr>
            <p:ph idx="4" type="body"/>
          </p:nvPr>
        </p:nvSpPr>
        <p:spPr>
          <a:xfrm>
            <a:off x="925830" y="2125980"/>
            <a:ext cx="774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2" name="Google Shape;552;p61"/>
          <p:cNvSpPr txBox="1"/>
          <p:nvPr>
            <p:ph idx="5" type="body"/>
          </p:nvPr>
        </p:nvSpPr>
        <p:spPr>
          <a:xfrm>
            <a:off x="925830" y="2414016"/>
            <a:ext cx="77496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3" name="Google Shape;553;p61"/>
          <p:cNvSpPr/>
          <p:nvPr/>
        </p:nvSpPr>
        <p:spPr>
          <a:xfrm>
            <a:off x="411480" y="3257550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61"/>
          <p:cNvSpPr/>
          <p:nvPr/>
        </p:nvSpPr>
        <p:spPr>
          <a:xfrm>
            <a:off x="411480" y="3257550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61"/>
          <p:cNvSpPr txBox="1"/>
          <p:nvPr>
            <p:ph idx="6" type="body"/>
          </p:nvPr>
        </p:nvSpPr>
        <p:spPr>
          <a:xfrm>
            <a:off x="925830" y="3154680"/>
            <a:ext cx="774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6" name="Google Shape;556;p61"/>
          <p:cNvSpPr txBox="1"/>
          <p:nvPr>
            <p:ph idx="7" type="body"/>
          </p:nvPr>
        </p:nvSpPr>
        <p:spPr>
          <a:xfrm>
            <a:off x="925830" y="3442716"/>
            <a:ext cx="77496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7" name="Google Shape;557;p61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0_NUMBERED_ROWS_4">
  <p:cSld name="S10_NUMBERED_ROWS_4">
    <p:bg>
      <p:bgPr>
        <a:solidFill>
          <a:srgbClr val="FFFFFF"/>
        </a:solidFill>
      </p:bgPr>
    </p:bg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62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0" name="Google Shape;560;p62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300"/>
              <a:buFont typeface="Roboto"/>
              <a:buNone/>
              <a:defRPr b="1" i="0" sz="23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61" name="Google Shape;561;p62"/>
          <p:cNvSpPr/>
          <p:nvPr/>
        </p:nvSpPr>
        <p:spPr>
          <a:xfrm>
            <a:off x="411480" y="114528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2" name="Google Shape;562;p62"/>
          <p:cNvSpPr/>
          <p:nvPr/>
        </p:nvSpPr>
        <p:spPr>
          <a:xfrm>
            <a:off x="411480" y="114528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62"/>
          <p:cNvSpPr txBox="1"/>
          <p:nvPr>
            <p:ph idx="2" type="body"/>
          </p:nvPr>
        </p:nvSpPr>
        <p:spPr>
          <a:xfrm>
            <a:off x="925830" y="1062990"/>
            <a:ext cx="774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4" name="Google Shape;564;p62"/>
          <p:cNvSpPr txBox="1"/>
          <p:nvPr>
            <p:ph idx="3" type="body"/>
          </p:nvPr>
        </p:nvSpPr>
        <p:spPr>
          <a:xfrm>
            <a:off x="925830" y="1351026"/>
            <a:ext cx="7749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5" name="Google Shape;565;p62"/>
          <p:cNvSpPr/>
          <p:nvPr/>
        </p:nvSpPr>
        <p:spPr>
          <a:xfrm>
            <a:off x="411480" y="203682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6" name="Google Shape;566;p62"/>
          <p:cNvSpPr/>
          <p:nvPr/>
        </p:nvSpPr>
        <p:spPr>
          <a:xfrm>
            <a:off x="411480" y="203682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62"/>
          <p:cNvSpPr txBox="1"/>
          <p:nvPr>
            <p:ph idx="4" type="body"/>
          </p:nvPr>
        </p:nvSpPr>
        <p:spPr>
          <a:xfrm>
            <a:off x="925830" y="1954530"/>
            <a:ext cx="774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8" name="Google Shape;568;p62"/>
          <p:cNvSpPr txBox="1"/>
          <p:nvPr>
            <p:ph idx="5" type="body"/>
          </p:nvPr>
        </p:nvSpPr>
        <p:spPr>
          <a:xfrm>
            <a:off x="925830" y="2242566"/>
            <a:ext cx="7749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9" name="Google Shape;569;p62"/>
          <p:cNvSpPr/>
          <p:nvPr/>
        </p:nvSpPr>
        <p:spPr>
          <a:xfrm>
            <a:off x="411480" y="292836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0" name="Google Shape;570;p62"/>
          <p:cNvSpPr/>
          <p:nvPr/>
        </p:nvSpPr>
        <p:spPr>
          <a:xfrm>
            <a:off x="411480" y="292836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62"/>
          <p:cNvSpPr txBox="1"/>
          <p:nvPr>
            <p:ph idx="6" type="body"/>
          </p:nvPr>
        </p:nvSpPr>
        <p:spPr>
          <a:xfrm>
            <a:off x="925830" y="2846070"/>
            <a:ext cx="774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72" name="Google Shape;572;p62"/>
          <p:cNvSpPr txBox="1"/>
          <p:nvPr>
            <p:ph idx="7" type="body"/>
          </p:nvPr>
        </p:nvSpPr>
        <p:spPr>
          <a:xfrm>
            <a:off x="925830" y="3134106"/>
            <a:ext cx="7749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73" name="Google Shape;573;p62"/>
          <p:cNvSpPr/>
          <p:nvPr/>
        </p:nvSpPr>
        <p:spPr>
          <a:xfrm>
            <a:off x="411480" y="381990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4" name="Google Shape;574;p62"/>
          <p:cNvSpPr/>
          <p:nvPr/>
        </p:nvSpPr>
        <p:spPr>
          <a:xfrm>
            <a:off x="411480" y="381990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62"/>
          <p:cNvSpPr txBox="1"/>
          <p:nvPr>
            <p:ph idx="8" type="body"/>
          </p:nvPr>
        </p:nvSpPr>
        <p:spPr>
          <a:xfrm>
            <a:off x="925830" y="3737610"/>
            <a:ext cx="774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76" name="Google Shape;576;p62"/>
          <p:cNvSpPr txBox="1"/>
          <p:nvPr>
            <p:ph idx="9" type="body"/>
          </p:nvPr>
        </p:nvSpPr>
        <p:spPr>
          <a:xfrm>
            <a:off x="925830" y="4025646"/>
            <a:ext cx="7749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77" name="Google Shape;577;p62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1_ERRORS_WITH_CODE">
  <p:cSld name="S11_ERRORS_WITH_CODE">
    <p:bg>
      <p:bgPr>
        <a:solidFill>
          <a:srgbClr val="FFFFFF"/>
        </a:solidFill>
      </p:bgPr>
    </p:bg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63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80" name="Google Shape;580;p63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81" name="Google Shape;581;p63"/>
          <p:cNvSpPr/>
          <p:nvPr/>
        </p:nvSpPr>
        <p:spPr>
          <a:xfrm>
            <a:off x="411480" y="1131570"/>
            <a:ext cx="308700" cy="3087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2" name="Google Shape;582;p63"/>
          <p:cNvSpPr/>
          <p:nvPr/>
        </p:nvSpPr>
        <p:spPr>
          <a:xfrm>
            <a:off x="411480" y="1131570"/>
            <a:ext cx="3087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63"/>
          <p:cNvSpPr txBox="1"/>
          <p:nvPr>
            <p:ph idx="2" type="body"/>
          </p:nvPr>
        </p:nvSpPr>
        <p:spPr>
          <a:xfrm>
            <a:off x="857250" y="1062990"/>
            <a:ext cx="3771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84" name="Google Shape;584;p63"/>
          <p:cNvSpPr txBox="1"/>
          <p:nvPr>
            <p:ph idx="3" type="body"/>
          </p:nvPr>
        </p:nvSpPr>
        <p:spPr>
          <a:xfrm>
            <a:off x="857250" y="1440180"/>
            <a:ext cx="35664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85" name="Google Shape;585;p63"/>
          <p:cNvSpPr/>
          <p:nvPr/>
        </p:nvSpPr>
        <p:spPr>
          <a:xfrm>
            <a:off x="5006340" y="1131570"/>
            <a:ext cx="308700" cy="3087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63"/>
          <p:cNvSpPr/>
          <p:nvPr/>
        </p:nvSpPr>
        <p:spPr>
          <a:xfrm>
            <a:off x="5006340" y="1131570"/>
            <a:ext cx="3087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p63"/>
          <p:cNvSpPr txBox="1"/>
          <p:nvPr>
            <p:ph idx="4" type="body"/>
          </p:nvPr>
        </p:nvSpPr>
        <p:spPr>
          <a:xfrm>
            <a:off x="5452110" y="106299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88" name="Google Shape;588;p63"/>
          <p:cNvSpPr txBox="1"/>
          <p:nvPr>
            <p:ph idx="5" type="body"/>
          </p:nvPr>
        </p:nvSpPr>
        <p:spPr>
          <a:xfrm>
            <a:off x="5452110" y="1440180"/>
            <a:ext cx="3429000" cy="123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89" name="Google Shape;589;p63"/>
          <p:cNvSpPr/>
          <p:nvPr/>
        </p:nvSpPr>
        <p:spPr>
          <a:xfrm>
            <a:off x="411480" y="2948940"/>
            <a:ext cx="308700" cy="3087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0" name="Google Shape;590;p63"/>
          <p:cNvSpPr/>
          <p:nvPr/>
        </p:nvSpPr>
        <p:spPr>
          <a:xfrm>
            <a:off x="411480" y="2948940"/>
            <a:ext cx="3087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63"/>
          <p:cNvSpPr txBox="1"/>
          <p:nvPr>
            <p:ph idx="6" type="body"/>
          </p:nvPr>
        </p:nvSpPr>
        <p:spPr>
          <a:xfrm>
            <a:off x="857250" y="2880360"/>
            <a:ext cx="7886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92" name="Google Shape;592;p63"/>
          <p:cNvSpPr txBox="1"/>
          <p:nvPr>
            <p:ph idx="7" type="body"/>
          </p:nvPr>
        </p:nvSpPr>
        <p:spPr>
          <a:xfrm>
            <a:off x="857250" y="3188970"/>
            <a:ext cx="78867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93" name="Google Shape;593;p63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2_QUIZ_MCQ">
  <p:cSld name="S12_QUIZ_MCQ">
    <p:bg>
      <p:bgPr>
        <a:solidFill>
          <a:srgbClr val="FFFFFF"/>
        </a:solidFill>
      </p:bgPr>
    </p:bg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64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96" name="Google Shape;596;p64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97" name="Google Shape;597;p64"/>
          <p:cNvSpPr txBox="1"/>
          <p:nvPr>
            <p:ph idx="2" type="body"/>
          </p:nvPr>
        </p:nvSpPr>
        <p:spPr>
          <a:xfrm>
            <a:off x="411480" y="1062990"/>
            <a:ext cx="4320600" cy="26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98" name="Google Shape;598;p64"/>
          <p:cNvSpPr/>
          <p:nvPr/>
        </p:nvSpPr>
        <p:spPr>
          <a:xfrm>
            <a:off x="5006340" y="1165860"/>
            <a:ext cx="3703200" cy="411600"/>
          </a:xfrm>
          <a:prstGeom prst="rect">
            <a:avLst/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9" name="Google Shape;599;p64"/>
          <p:cNvSpPr txBox="1"/>
          <p:nvPr>
            <p:ph idx="3" type="body"/>
          </p:nvPr>
        </p:nvSpPr>
        <p:spPr>
          <a:xfrm>
            <a:off x="5177790" y="116586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00" name="Google Shape;600;p64"/>
          <p:cNvSpPr/>
          <p:nvPr/>
        </p:nvSpPr>
        <p:spPr>
          <a:xfrm>
            <a:off x="5006340" y="1680210"/>
            <a:ext cx="3703200" cy="411600"/>
          </a:xfrm>
          <a:prstGeom prst="rect">
            <a:avLst/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1" name="Google Shape;601;p64"/>
          <p:cNvSpPr txBox="1"/>
          <p:nvPr>
            <p:ph idx="4" type="body"/>
          </p:nvPr>
        </p:nvSpPr>
        <p:spPr>
          <a:xfrm>
            <a:off x="5177790" y="168021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02" name="Google Shape;602;p64"/>
          <p:cNvSpPr/>
          <p:nvPr/>
        </p:nvSpPr>
        <p:spPr>
          <a:xfrm>
            <a:off x="5006340" y="2194560"/>
            <a:ext cx="3703200" cy="411600"/>
          </a:xfrm>
          <a:prstGeom prst="rect">
            <a:avLst/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3" name="Google Shape;603;p64"/>
          <p:cNvSpPr txBox="1"/>
          <p:nvPr>
            <p:ph idx="5" type="body"/>
          </p:nvPr>
        </p:nvSpPr>
        <p:spPr>
          <a:xfrm>
            <a:off x="5177790" y="219456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04" name="Google Shape;604;p64"/>
          <p:cNvSpPr/>
          <p:nvPr/>
        </p:nvSpPr>
        <p:spPr>
          <a:xfrm>
            <a:off x="5006340" y="2708910"/>
            <a:ext cx="3703200" cy="411600"/>
          </a:xfrm>
          <a:prstGeom prst="rect">
            <a:avLst/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5" name="Google Shape;605;p64"/>
          <p:cNvSpPr txBox="1"/>
          <p:nvPr>
            <p:ph idx="6" type="body"/>
          </p:nvPr>
        </p:nvSpPr>
        <p:spPr>
          <a:xfrm>
            <a:off x="5177790" y="270891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06" name="Google Shape;606;p64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3_FIVE_CARDS">
  <p:cSld name="S13_FIVE_CARDS">
    <p:bg>
      <p:bgPr>
        <a:solidFill>
          <a:srgbClr val="FFFFFF"/>
        </a:solidFill>
      </p:bgPr>
    </p:bg>
    <p:spTree>
      <p:nvGrpSpPr>
        <p:cNvPr id="607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65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09" name="Google Shape;609;p65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610" name="Google Shape;610;p65"/>
          <p:cNvSpPr/>
          <p:nvPr/>
        </p:nvSpPr>
        <p:spPr>
          <a:xfrm>
            <a:off x="411480" y="1062990"/>
            <a:ext cx="1563600" cy="2674500"/>
          </a:xfrm>
          <a:prstGeom prst="rect">
            <a:avLst/>
          </a:prstGeom>
          <a:solidFill>
            <a:srgbClr val="EAF1FB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1" name="Google Shape;611;p65"/>
          <p:cNvSpPr/>
          <p:nvPr/>
        </p:nvSpPr>
        <p:spPr>
          <a:xfrm>
            <a:off x="562356" y="121386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2" name="Google Shape;612;p65"/>
          <p:cNvSpPr/>
          <p:nvPr/>
        </p:nvSpPr>
        <p:spPr>
          <a:xfrm>
            <a:off x="562356" y="121386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65"/>
          <p:cNvSpPr txBox="1"/>
          <p:nvPr>
            <p:ph idx="2" type="body"/>
          </p:nvPr>
        </p:nvSpPr>
        <p:spPr>
          <a:xfrm>
            <a:off x="562356" y="1714500"/>
            <a:ext cx="12618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14" name="Google Shape;614;p65"/>
          <p:cNvSpPr txBox="1"/>
          <p:nvPr>
            <p:ph idx="3" type="body"/>
          </p:nvPr>
        </p:nvSpPr>
        <p:spPr>
          <a:xfrm>
            <a:off x="562356" y="2228850"/>
            <a:ext cx="12618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15" name="Google Shape;615;p65"/>
          <p:cNvSpPr/>
          <p:nvPr/>
        </p:nvSpPr>
        <p:spPr>
          <a:xfrm>
            <a:off x="2125980" y="1062990"/>
            <a:ext cx="1563600" cy="2674500"/>
          </a:xfrm>
          <a:prstGeom prst="rect">
            <a:avLst/>
          </a:prstGeom>
          <a:solidFill>
            <a:srgbClr val="F4F4F7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65"/>
          <p:cNvSpPr/>
          <p:nvPr/>
        </p:nvSpPr>
        <p:spPr>
          <a:xfrm>
            <a:off x="2276856" y="121386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7" name="Google Shape;617;p65"/>
          <p:cNvSpPr/>
          <p:nvPr/>
        </p:nvSpPr>
        <p:spPr>
          <a:xfrm>
            <a:off x="2276856" y="121386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65"/>
          <p:cNvSpPr txBox="1"/>
          <p:nvPr>
            <p:ph idx="4" type="body"/>
          </p:nvPr>
        </p:nvSpPr>
        <p:spPr>
          <a:xfrm>
            <a:off x="2276856" y="1714500"/>
            <a:ext cx="12618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19" name="Google Shape;619;p65"/>
          <p:cNvSpPr txBox="1"/>
          <p:nvPr>
            <p:ph idx="5" type="body"/>
          </p:nvPr>
        </p:nvSpPr>
        <p:spPr>
          <a:xfrm>
            <a:off x="2276856" y="2228850"/>
            <a:ext cx="12618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0" name="Google Shape;620;p65"/>
          <p:cNvSpPr/>
          <p:nvPr/>
        </p:nvSpPr>
        <p:spPr>
          <a:xfrm>
            <a:off x="3840480" y="1062990"/>
            <a:ext cx="1563600" cy="2674500"/>
          </a:xfrm>
          <a:prstGeom prst="rect">
            <a:avLst/>
          </a:prstGeom>
          <a:solidFill>
            <a:srgbClr val="EAF1FB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" name="Google Shape;621;p65"/>
          <p:cNvSpPr/>
          <p:nvPr/>
        </p:nvSpPr>
        <p:spPr>
          <a:xfrm>
            <a:off x="3991356" y="121386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2" name="Google Shape;622;p65"/>
          <p:cNvSpPr/>
          <p:nvPr/>
        </p:nvSpPr>
        <p:spPr>
          <a:xfrm>
            <a:off x="3991356" y="121386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65"/>
          <p:cNvSpPr txBox="1"/>
          <p:nvPr>
            <p:ph idx="6" type="body"/>
          </p:nvPr>
        </p:nvSpPr>
        <p:spPr>
          <a:xfrm>
            <a:off x="3991356" y="1714500"/>
            <a:ext cx="12618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4" name="Google Shape;624;p65"/>
          <p:cNvSpPr txBox="1"/>
          <p:nvPr>
            <p:ph idx="7" type="body"/>
          </p:nvPr>
        </p:nvSpPr>
        <p:spPr>
          <a:xfrm>
            <a:off x="3991356" y="2228850"/>
            <a:ext cx="12618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5" name="Google Shape;625;p65"/>
          <p:cNvSpPr/>
          <p:nvPr/>
        </p:nvSpPr>
        <p:spPr>
          <a:xfrm>
            <a:off x="5554980" y="1062990"/>
            <a:ext cx="1563600" cy="2674500"/>
          </a:xfrm>
          <a:prstGeom prst="rect">
            <a:avLst/>
          </a:prstGeom>
          <a:solidFill>
            <a:srgbClr val="F4F4F7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6" name="Google Shape;626;p65"/>
          <p:cNvSpPr/>
          <p:nvPr/>
        </p:nvSpPr>
        <p:spPr>
          <a:xfrm>
            <a:off x="5705856" y="121386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p65"/>
          <p:cNvSpPr/>
          <p:nvPr/>
        </p:nvSpPr>
        <p:spPr>
          <a:xfrm>
            <a:off x="5705856" y="121386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65"/>
          <p:cNvSpPr txBox="1"/>
          <p:nvPr>
            <p:ph idx="8" type="body"/>
          </p:nvPr>
        </p:nvSpPr>
        <p:spPr>
          <a:xfrm>
            <a:off x="5705856" y="1714500"/>
            <a:ext cx="12618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9" name="Google Shape;629;p65"/>
          <p:cNvSpPr txBox="1"/>
          <p:nvPr>
            <p:ph idx="9" type="body"/>
          </p:nvPr>
        </p:nvSpPr>
        <p:spPr>
          <a:xfrm>
            <a:off x="5705856" y="2228850"/>
            <a:ext cx="12618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0" name="Google Shape;630;p65"/>
          <p:cNvSpPr/>
          <p:nvPr/>
        </p:nvSpPr>
        <p:spPr>
          <a:xfrm>
            <a:off x="7269480" y="1062990"/>
            <a:ext cx="1563600" cy="2674500"/>
          </a:xfrm>
          <a:prstGeom prst="rect">
            <a:avLst/>
          </a:prstGeom>
          <a:solidFill>
            <a:srgbClr val="EAF1FB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1" name="Google Shape;631;p65"/>
          <p:cNvSpPr/>
          <p:nvPr/>
        </p:nvSpPr>
        <p:spPr>
          <a:xfrm>
            <a:off x="7420356" y="121386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2" name="Google Shape;632;p65"/>
          <p:cNvSpPr/>
          <p:nvPr/>
        </p:nvSpPr>
        <p:spPr>
          <a:xfrm>
            <a:off x="7420356" y="121386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" name="Google Shape;633;p65"/>
          <p:cNvSpPr txBox="1"/>
          <p:nvPr>
            <p:ph idx="13" type="body"/>
          </p:nvPr>
        </p:nvSpPr>
        <p:spPr>
          <a:xfrm>
            <a:off x="7420356" y="1714500"/>
            <a:ext cx="12618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4" name="Google Shape;634;p65"/>
          <p:cNvSpPr txBox="1"/>
          <p:nvPr>
            <p:ph idx="14" type="body"/>
          </p:nvPr>
        </p:nvSpPr>
        <p:spPr>
          <a:xfrm>
            <a:off x="7420356" y="2228850"/>
            <a:ext cx="12618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5" name="Google Shape;635;p65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5_CONTENT_IMAGE_RIGHT">
  <p:cSld name="S15_CONTENT_IMAGE_RIGHT">
    <p:bg>
      <p:bgPr>
        <a:solidFill>
          <a:srgbClr val="FFFFF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66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8" name="Google Shape;638;p66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639" name="Google Shape;639;p66"/>
          <p:cNvSpPr txBox="1"/>
          <p:nvPr>
            <p:ph idx="2" type="body"/>
          </p:nvPr>
        </p:nvSpPr>
        <p:spPr>
          <a:xfrm>
            <a:off x="411480" y="1062990"/>
            <a:ext cx="38406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8575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Char char="●"/>
              <a:defRPr b="0" i="0" sz="12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79400" lvl="1" marL="9144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800"/>
              <a:buFont typeface="Arial"/>
              <a:buChar char="○"/>
              <a:defRPr b="0" i="0" sz="11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73050" lvl="2" marL="13716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700"/>
              <a:buFont typeface="Arial"/>
              <a:buChar char="■"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66700" lvl="3" marL="18288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600"/>
              <a:buFont typeface="Arial"/>
              <a:buChar char="●"/>
              <a:defRPr b="0" i="0" sz="8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60350" lvl="4" marL="22860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60350" lvl="5" marL="27432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60350" lvl="6" marL="32004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60350" lvl="8" marL="4114800" marR="0" algn="l">
              <a:spcBef>
                <a:spcPts val="600"/>
              </a:spcBef>
              <a:spcAft>
                <a:spcPts val="60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640" name="Google Shape;640;p66"/>
          <p:cNvSpPr txBox="1"/>
          <p:nvPr>
            <p:ph idx="3" type="body"/>
          </p:nvPr>
        </p:nvSpPr>
        <p:spPr>
          <a:xfrm>
            <a:off x="4457700" y="1062990"/>
            <a:ext cx="4320600" cy="305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41" name="Google Shape;641;p66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7" Type="http://schemas.openxmlformats.org/officeDocument/2006/relationships/theme" Target="../theme/theme3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27.xml"/><Relationship Id="rId2" Type="http://schemas.openxmlformats.org/officeDocument/2006/relationships/slideLayout" Target="../slideLayouts/slideLayout28.xml"/><Relationship Id="rId3" Type="http://schemas.openxmlformats.org/officeDocument/2006/relationships/slideLayout" Target="../slideLayouts/slideLayout29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Relationship Id="rId5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2.xml"/><Relationship Id="rId7" Type="http://schemas.openxmlformats.org/officeDocument/2006/relationships/slideLayout" Target="../slideLayouts/slideLayout33.xml"/><Relationship Id="rId8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7.xml"/><Relationship Id="rId10" Type="http://schemas.openxmlformats.org/officeDocument/2006/relationships/slideLayout" Target="../slideLayouts/slideLayout36.xml"/><Relationship Id="rId13" Type="http://schemas.openxmlformats.org/officeDocument/2006/relationships/slideLayout" Target="../slideLayouts/slideLayout39.xml"/><Relationship Id="rId12" Type="http://schemas.openxmlformats.org/officeDocument/2006/relationships/slideLayout" Target="../slideLayouts/slideLayout38.xml"/><Relationship Id="rId15" Type="http://schemas.openxmlformats.org/officeDocument/2006/relationships/slideLayout" Target="../slideLayouts/slideLayout41.xml"/><Relationship Id="rId14" Type="http://schemas.openxmlformats.org/officeDocument/2006/relationships/slideLayout" Target="../slideLayouts/slideLayout40.xml"/><Relationship Id="rId17" Type="http://schemas.openxmlformats.org/officeDocument/2006/relationships/slideLayout" Target="../slideLayouts/slideLayout43.xml"/><Relationship Id="rId16" Type="http://schemas.openxmlformats.org/officeDocument/2006/relationships/slideLayout" Target="../slideLayouts/slideLayout42.xml"/><Relationship Id="rId19" Type="http://schemas.openxmlformats.org/officeDocument/2006/relationships/slideLayout" Target="../slideLayouts/slideLayout45.xml"/><Relationship Id="rId18" Type="http://schemas.openxmlformats.org/officeDocument/2006/relationships/slideLayout" Target="../slideLayouts/slideLayout44.xml"/></Relationships>
</file>

<file path=ppt/slideMasters/_rels/slideMaster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9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11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5.xml"/><Relationship Id="rId13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7.xml"/><Relationship Id="rId15" Type="http://schemas.openxmlformats.org/officeDocument/2006/relationships/slideLayout" Target="../slideLayouts/slideLayout60.xml"/><Relationship Id="rId14" Type="http://schemas.openxmlformats.org/officeDocument/2006/relationships/slideLayout" Target="../slideLayouts/slideLayout59.xml"/><Relationship Id="rId17" Type="http://schemas.openxmlformats.org/officeDocument/2006/relationships/slideLayout" Target="../slideLayouts/slideLayout62.xml"/><Relationship Id="rId16" Type="http://schemas.openxmlformats.org/officeDocument/2006/relationships/slideLayout" Target="../slideLayouts/slideLayout61.xml"/><Relationship Id="rId19" Type="http://schemas.openxmlformats.org/officeDocument/2006/relationships/theme" Target="../theme/theme2.xml"/><Relationship Id="rId18" Type="http://schemas.openxmlformats.org/officeDocument/2006/relationships/slideLayout" Target="../slideLayouts/slideLayout6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  <p:sldLayoutId id="2147483687" r:id="rId14"/>
    <p:sldLayoutId id="2147483688" r:id="rId15"/>
    <p:sldLayoutId id="2147483689" r:id="rId16"/>
    <p:sldLayoutId id="2147483690" r:id="rId17"/>
    <p:sldLayoutId id="2147483691" r:id="rId18"/>
    <p:sldLayoutId id="2147483692" r:id="rId1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48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  <p:sldLayoutId id="2147483706" r:id="rId14"/>
    <p:sldLayoutId id="2147483707" r:id="rId15"/>
    <p:sldLayoutId id="2147483708" r:id="rId16"/>
    <p:sldLayoutId id="2147483709" r:id="rId17"/>
    <p:sldLayoutId id="2147483710" r:id="rId1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gif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5.png"/><Relationship Id="rId4" Type="http://schemas.openxmlformats.org/officeDocument/2006/relationships/image" Target="../media/image22.png"/><Relationship Id="rId5" Type="http://schemas.openxmlformats.org/officeDocument/2006/relationships/hyperlink" Target="https://programiz.pro/code-visualizer/python" TargetMode="External"/><Relationship Id="rId6" Type="http://schemas.openxmlformats.org/officeDocument/2006/relationships/hyperlink" Target="https://pythontutor.com/visualize.html#mode=display" TargetMode="External"/><Relationship Id="rId7" Type="http://schemas.openxmlformats.org/officeDocument/2006/relationships/hyperlink" Target="https://learn-code-with-vengleab.vercel.app/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image1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3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gif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15.png"/><Relationship Id="rId8" Type="http://schemas.openxmlformats.org/officeDocument/2006/relationships/image" Target="../media/image10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8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4.png"/><Relationship Id="rId4" Type="http://schemas.openxmlformats.org/officeDocument/2006/relationships/image" Target="../media/image21.png"/><Relationship Id="rId5" Type="http://schemas.openxmlformats.org/officeDocument/2006/relationships/image" Target="../media/image1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67"/>
          <p:cNvSpPr txBox="1"/>
          <p:nvPr>
            <p:ph type="ctrTitle"/>
          </p:nvPr>
        </p:nvSpPr>
        <p:spPr>
          <a:xfrm>
            <a:off x="235425" y="1775225"/>
            <a:ext cx="8584800" cy="195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Loop</a:t>
            </a:r>
            <a:endParaRPr/>
          </a:p>
        </p:txBody>
      </p:sp>
      <p:sp>
        <p:nvSpPr>
          <p:cNvPr id="647" name="Google Shape;647;p67"/>
          <p:cNvSpPr txBox="1"/>
          <p:nvPr>
            <p:ph idx="1" type="subTitle"/>
          </p:nvPr>
        </p:nvSpPr>
        <p:spPr>
          <a:xfrm>
            <a:off x="36100" y="4230261"/>
            <a:ext cx="8222100" cy="8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68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Loop?</a:t>
            </a:r>
            <a:endParaRPr/>
          </a:p>
        </p:txBody>
      </p:sp>
      <p:sp>
        <p:nvSpPr>
          <p:cNvPr id="653" name="Google Shape;653;p68"/>
          <p:cNvSpPr txBox="1"/>
          <p:nvPr>
            <p:ph idx="1" type="body"/>
          </p:nvPr>
        </p:nvSpPr>
        <p:spPr>
          <a:xfrm>
            <a:off x="311700" y="892065"/>
            <a:ext cx="8520600" cy="73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 loop helps in </a:t>
            </a:r>
            <a:r>
              <a:rPr lang="en">
                <a:solidFill>
                  <a:schemeClr val="accent4"/>
                </a:solidFill>
              </a:rPr>
              <a:t>executing </a:t>
            </a:r>
            <a:r>
              <a:rPr lang="en"/>
              <a:t>one or more</a:t>
            </a:r>
            <a:r>
              <a:rPr lang="en">
                <a:solidFill>
                  <a:schemeClr val="accent4"/>
                </a:solidFill>
              </a:rPr>
              <a:t> statements</a:t>
            </a:r>
            <a:r>
              <a:rPr lang="en"/>
              <a:t> up to a </a:t>
            </a:r>
            <a:r>
              <a:rPr lang="en">
                <a:solidFill>
                  <a:schemeClr val="accent4"/>
                </a:solidFill>
              </a:rPr>
              <a:t>desired number of times</a:t>
            </a:r>
            <a:r>
              <a:rPr lang="en"/>
              <a:t>.</a:t>
            </a:r>
            <a:endParaRPr/>
          </a:p>
        </p:txBody>
      </p:sp>
      <p:sp>
        <p:nvSpPr>
          <p:cNvPr id="654" name="Google Shape;654;p68"/>
          <p:cNvSpPr/>
          <p:nvPr/>
        </p:nvSpPr>
        <p:spPr>
          <a:xfrm>
            <a:off x="411480" y="1851660"/>
            <a:ext cx="3909000" cy="2194500"/>
          </a:xfrm>
          <a:prstGeom prst="roundRect">
            <a:avLst>
              <a:gd fmla="val 25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5" name="Google Shape;655;p68"/>
          <p:cNvSpPr/>
          <p:nvPr/>
        </p:nvSpPr>
        <p:spPr>
          <a:xfrm>
            <a:off x="617220" y="2057400"/>
            <a:ext cx="377100" cy="3771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6" name="Google Shape;656;p68"/>
          <p:cNvSpPr/>
          <p:nvPr/>
        </p:nvSpPr>
        <p:spPr>
          <a:xfrm>
            <a:off x="617220" y="205740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7" name="Google Shape;657;p68"/>
          <p:cNvSpPr/>
          <p:nvPr/>
        </p:nvSpPr>
        <p:spPr>
          <a:xfrm>
            <a:off x="617220" y="2606040"/>
            <a:ext cx="34977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425"/>
              <a:buFont typeface="Roboto"/>
              <a:buNone/>
            </a:pPr>
            <a:r>
              <a:rPr b="1" i="0" lang="en" sz="1425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For Loop</a:t>
            </a:r>
            <a:endParaRPr b="0" i="0" sz="142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" name="Google Shape;658;p68"/>
          <p:cNvSpPr/>
          <p:nvPr/>
        </p:nvSpPr>
        <p:spPr>
          <a:xfrm>
            <a:off x="617220" y="3086100"/>
            <a:ext cx="34977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88"/>
              <a:buFont typeface="Roboto"/>
              <a:buNone/>
            </a:pPr>
            <a:r>
              <a:rPr b="0" i="0" lang="en" sz="1088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Iterates over a sequence such as a list or a tuple.</a:t>
            </a:r>
            <a:endParaRPr b="0" i="0" sz="1088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9" name="Google Shape;659;p68"/>
          <p:cNvSpPr/>
          <p:nvPr/>
        </p:nvSpPr>
        <p:spPr>
          <a:xfrm>
            <a:off x="4594860" y="1851660"/>
            <a:ext cx="3909000" cy="2194500"/>
          </a:xfrm>
          <a:prstGeom prst="roundRect">
            <a:avLst>
              <a:gd fmla="val 25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0" name="Google Shape;660;p68"/>
          <p:cNvSpPr/>
          <p:nvPr/>
        </p:nvSpPr>
        <p:spPr>
          <a:xfrm>
            <a:off x="4800600" y="2057400"/>
            <a:ext cx="377100" cy="3771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1" name="Google Shape;661;p68"/>
          <p:cNvSpPr/>
          <p:nvPr/>
        </p:nvSpPr>
        <p:spPr>
          <a:xfrm>
            <a:off x="4800600" y="205740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" name="Google Shape;662;p68"/>
          <p:cNvSpPr/>
          <p:nvPr/>
        </p:nvSpPr>
        <p:spPr>
          <a:xfrm>
            <a:off x="4800600" y="2606040"/>
            <a:ext cx="34977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425"/>
              <a:buFont typeface="Roboto"/>
              <a:buNone/>
            </a:pPr>
            <a:r>
              <a:rPr b="1" i="0" lang="en" sz="1425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While Loop</a:t>
            </a:r>
            <a:endParaRPr b="0" i="0" sz="142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" name="Google Shape;663;p68"/>
          <p:cNvSpPr/>
          <p:nvPr/>
        </p:nvSpPr>
        <p:spPr>
          <a:xfrm>
            <a:off x="4800600" y="3086100"/>
            <a:ext cx="34977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88"/>
              <a:buFont typeface="Roboto"/>
              <a:buNone/>
            </a:pPr>
            <a:r>
              <a:rPr b="0" i="0" lang="en" sz="1088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Executes a block of code repeatedly as long as a specified condition remains true.</a:t>
            </a:r>
            <a:endParaRPr b="0" i="0" sz="1088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A3480"/>
        </a:solidFill>
      </p:bgPr>
    </p:bg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69"/>
          <p:cNvSpPr/>
          <p:nvPr/>
        </p:nvSpPr>
        <p:spPr>
          <a:xfrm>
            <a:off x="8291322" y="-521208"/>
            <a:ext cx="1371600" cy="1371600"/>
          </a:xfrm>
          <a:prstGeom prst="roundRect">
            <a:avLst>
              <a:gd fmla="val 32000" name="adj"/>
            </a:avLst>
          </a:prstGeom>
          <a:solidFill>
            <a:srgbClr val="EC5F82">
              <a:alpha val="2196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69"/>
          <p:cNvSpPr/>
          <p:nvPr/>
        </p:nvSpPr>
        <p:spPr>
          <a:xfrm>
            <a:off x="-1234440" y="3291840"/>
            <a:ext cx="3429000" cy="3429000"/>
          </a:xfrm>
          <a:prstGeom prst="ellipse">
            <a:avLst/>
          </a:prstGeom>
          <a:solidFill>
            <a:srgbClr val="FFFFFF">
              <a:alpha val="784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1" name="Google Shape;671;p69"/>
          <p:cNvSpPr/>
          <p:nvPr/>
        </p:nvSpPr>
        <p:spPr>
          <a:xfrm>
            <a:off x="617220" y="2160270"/>
            <a:ext cx="74067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"/>
              <a:buNone/>
            </a:pPr>
            <a:r>
              <a:rPr b="1" i="0" lang="en" sz="30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For Loop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72" name="Google Shape;672;p69"/>
          <p:cNvCxnSpPr/>
          <p:nvPr/>
        </p:nvCxnSpPr>
        <p:spPr>
          <a:xfrm>
            <a:off x="617220" y="3086100"/>
            <a:ext cx="2057400" cy="0"/>
          </a:xfrm>
          <a:prstGeom prst="straightConnector1">
            <a:avLst/>
          </a:prstGeom>
          <a:noFill/>
          <a:ln cap="flat" cmpd="sng" w="19050">
            <a:solidFill>
              <a:srgbClr val="EC5F82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6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p70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9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01 · CONCEPTS</a:t>
            </a:r>
            <a:endParaRPr/>
          </a:p>
        </p:txBody>
      </p:sp>
      <p:sp>
        <p:nvSpPr>
          <p:cNvPr id="678" name="Google Shape;678;p70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is </a:t>
            </a:r>
            <a:r>
              <a:rPr lang="en">
                <a:solidFill>
                  <a:srgbClr val="D84568"/>
                </a:solidFill>
              </a:rPr>
              <a:t>For </a:t>
            </a:r>
            <a:r>
              <a:rPr lang="en">
                <a:solidFill>
                  <a:srgbClr val="2A3480"/>
                </a:solidFill>
              </a:rPr>
              <a:t>Loop</a:t>
            </a:r>
            <a:r>
              <a:rPr lang="en"/>
              <a:t>?</a:t>
            </a:r>
            <a:endParaRPr/>
          </a:p>
        </p:txBody>
      </p:sp>
      <p:sp>
        <p:nvSpPr>
          <p:cNvPr id="679" name="Google Shape;679;p70"/>
          <p:cNvSpPr txBox="1"/>
          <p:nvPr>
            <p:ph idx="3" type="body"/>
          </p:nvPr>
        </p:nvSpPr>
        <p:spPr>
          <a:xfrm>
            <a:off x="5417820" y="1062990"/>
            <a:ext cx="3291900" cy="2400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70"/>
          <p:cNvSpPr txBox="1"/>
          <p:nvPr>
            <p:ph idx="4" type="body"/>
          </p:nvPr>
        </p:nvSpPr>
        <p:spPr>
          <a:xfrm>
            <a:off x="5417820" y="1371600"/>
            <a:ext cx="3291900" cy="16458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</a:t>
            </a:r>
            <a:r>
              <a:rPr b="1" lang="en">
                <a:solidFill>
                  <a:srgbClr val="D84568"/>
                </a:solidFill>
              </a:rPr>
              <a:t> 'for' </a:t>
            </a:r>
            <a:r>
              <a:rPr lang="en"/>
              <a:t>loop is used to iterate over a sequence </a:t>
            </a:r>
            <a:r>
              <a:rPr lang="en">
                <a:solidFill>
                  <a:srgbClr val="D84568"/>
                </a:solidFill>
              </a:rPr>
              <a:t>(list, tuple, string)</a:t>
            </a:r>
            <a:r>
              <a:rPr lang="en"/>
              <a:t> or other iterable objects.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600"/>
              </a:spcAft>
              <a:buNone/>
            </a:pPr>
            <a:r>
              <a:t/>
            </a:r>
            <a:endParaRPr/>
          </a:p>
        </p:txBody>
      </p:sp>
      <p:pic>
        <p:nvPicPr>
          <p:cNvPr descr="./imgs/code_hl/for_basic.png" id="681" name="Google Shape;681;p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5457" y="1015843"/>
            <a:ext cx="3840480" cy="2357310"/>
          </a:xfrm>
          <a:prstGeom prst="rect">
            <a:avLst/>
          </a:prstGeom>
          <a:noFill/>
          <a:ln>
            <a:noFill/>
          </a:ln>
        </p:spPr>
      </p:pic>
      <p:sp>
        <p:nvSpPr>
          <p:cNvPr id="682" name="Google Shape;682;p70"/>
          <p:cNvSpPr/>
          <p:nvPr/>
        </p:nvSpPr>
        <p:spPr>
          <a:xfrm>
            <a:off x="411470" y="3840475"/>
            <a:ext cx="7658700" cy="425100"/>
          </a:xfrm>
          <a:prstGeom prst="roundRect">
            <a:avLst>
              <a:gd fmla="val 9677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3" name="Google Shape;683;p70"/>
          <p:cNvSpPr/>
          <p:nvPr/>
        </p:nvSpPr>
        <p:spPr>
          <a:xfrm>
            <a:off x="534924" y="3991356"/>
            <a:ext cx="123600" cy="1236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4" name="Google Shape;684;p70"/>
          <p:cNvSpPr/>
          <p:nvPr/>
        </p:nvSpPr>
        <p:spPr>
          <a:xfrm>
            <a:off x="1045282" y="3840475"/>
            <a:ext cx="68403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900"/>
              <a:buFont typeface="Roboto"/>
              <a:buNone/>
            </a:pPr>
            <a:r>
              <a:rPr b="1" i="0" lang="en" sz="9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Insight:  </a:t>
            </a:r>
            <a:r>
              <a:rPr b="0" i="0" lang="en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the loop variable (item) takes on each value in the sequence, one at a time.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9" name="Google Shape;689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6176" y="789200"/>
            <a:ext cx="7602500" cy="4223625"/>
          </a:xfrm>
          <a:prstGeom prst="rect">
            <a:avLst/>
          </a:prstGeom>
          <a:noFill/>
          <a:ln>
            <a:noFill/>
          </a:ln>
        </p:spPr>
      </p:pic>
      <p:sp>
        <p:nvSpPr>
          <p:cNvPr id="690" name="Google Shape;690;p71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Visualize Code Execution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72"/>
          <p:cNvSpPr/>
          <p:nvPr/>
        </p:nvSpPr>
        <p:spPr>
          <a:xfrm>
            <a:off x="274380" y="268596"/>
            <a:ext cx="4251900" cy="61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025"/>
              <a:buFont typeface="Roboto"/>
              <a:buNone/>
            </a:pPr>
            <a:r>
              <a:rPr b="1" lang="en" sz="2025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F</a:t>
            </a:r>
            <a:r>
              <a:rPr b="1" i="0" lang="en" sz="2025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or Loop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72"/>
          <p:cNvSpPr/>
          <p:nvPr/>
        </p:nvSpPr>
        <p:spPr>
          <a:xfrm>
            <a:off x="411480" y="3544430"/>
            <a:ext cx="3977700" cy="425100"/>
          </a:xfrm>
          <a:prstGeom prst="roundRect">
            <a:avLst>
              <a:gd fmla="val 9677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8" name="Google Shape;698;p72"/>
          <p:cNvSpPr/>
          <p:nvPr/>
        </p:nvSpPr>
        <p:spPr>
          <a:xfrm>
            <a:off x="534924" y="3695306"/>
            <a:ext cx="123300" cy="1233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9" name="Google Shape;699;p72"/>
          <p:cNvSpPr/>
          <p:nvPr/>
        </p:nvSpPr>
        <p:spPr>
          <a:xfrm>
            <a:off x="740664" y="3544430"/>
            <a:ext cx="35523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863"/>
              <a:buFont typeface="Roboto"/>
              <a:buNone/>
            </a:pPr>
            <a:r>
              <a:rPr b="1" i="0" lang="en" sz="86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Insight:  </a:t>
            </a:r>
            <a:r>
              <a:rPr b="0" i="0" lang="en" sz="86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the loop variable (</a:t>
            </a:r>
            <a:r>
              <a:rPr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var</a:t>
            </a:r>
            <a:r>
              <a:rPr b="0" i="0" lang="en" sz="86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) takes on each value in the sequence, one at a time.</a:t>
            </a:r>
            <a:endParaRPr b="0" i="0" sz="86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" name="Google Shape;700;p72"/>
          <p:cNvSpPr/>
          <p:nvPr/>
        </p:nvSpPr>
        <p:spPr>
          <a:xfrm>
            <a:off x="416619" y="1177638"/>
            <a:ext cx="3840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5F82"/>
              </a:buClr>
              <a:buSzPts val="900"/>
              <a:buFont typeface="Roboto"/>
              <a:buNone/>
            </a:pPr>
            <a:r>
              <a:rPr b="1" i="0" lang="en" sz="9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SYNTAX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" name="Google Shape;701;p72"/>
          <p:cNvSpPr/>
          <p:nvPr/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085"/>
              </a:buClr>
              <a:buSzPts val="750"/>
              <a:buFont typeface="Roboto"/>
              <a:buNone/>
            </a:pPr>
            <a:r>
              <a:rPr b="0" i="0" lang="en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02" name="Google Shape;702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06125" y="1042307"/>
            <a:ext cx="3977699" cy="1310518"/>
          </a:xfrm>
          <a:prstGeom prst="rect">
            <a:avLst/>
          </a:prstGeom>
          <a:solidFill>
            <a:srgbClr val="293480"/>
          </a:solidFill>
          <a:ln>
            <a:noFill/>
          </a:ln>
        </p:spPr>
      </p:pic>
      <p:sp>
        <p:nvSpPr>
          <p:cNvPr id="703" name="Google Shape;703;p72"/>
          <p:cNvSpPr txBox="1"/>
          <p:nvPr>
            <p:ph idx="2" type="title"/>
          </p:nvPr>
        </p:nvSpPr>
        <p:spPr>
          <a:xfrm>
            <a:off x="4834350" y="245550"/>
            <a:ext cx="4045200" cy="93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Example</a:t>
            </a:r>
            <a:endParaRPr/>
          </a:p>
        </p:txBody>
      </p:sp>
      <p:grpSp>
        <p:nvGrpSpPr>
          <p:cNvPr id="704" name="Google Shape;704;p72"/>
          <p:cNvGrpSpPr/>
          <p:nvPr/>
        </p:nvGrpSpPr>
        <p:grpSpPr>
          <a:xfrm>
            <a:off x="411354" y="1414339"/>
            <a:ext cx="3977941" cy="1551661"/>
            <a:chOff x="1173400" y="1809750"/>
            <a:chExt cx="6837300" cy="2667000"/>
          </a:xfrm>
        </p:grpSpPr>
        <p:sp>
          <p:nvSpPr>
            <p:cNvPr id="705" name="Google Shape;705;p72"/>
            <p:cNvSpPr/>
            <p:nvPr/>
          </p:nvSpPr>
          <p:spPr>
            <a:xfrm>
              <a:off x="1466850" y="1809750"/>
              <a:ext cx="6210300" cy="2667000"/>
            </a:xfrm>
            <a:prstGeom prst="roundRect">
              <a:avLst>
                <a:gd fmla="val 5357" name="adj"/>
              </a:avLst>
            </a:prstGeom>
            <a:solidFill>
              <a:srgbClr val="FFFFFF"/>
            </a:solidFill>
            <a:ln cap="flat" cmpd="sng" w="5525">
              <a:solidFill>
                <a:srgbClr val="E0E0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706" name="Google Shape;706;p72"/>
            <p:cNvPicPr preferRelativeResize="0"/>
            <p:nvPr/>
          </p:nvPicPr>
          <p:blipFill rotWithShape="1">
            <a:blip r:embed="rId4">
              <a:alphaModFix/>
            </a:blip>
            <a:srcRect b="0" l="596" r="0" t="0"/>
            <a:stretch/>
          </p:blipFill>
          <p:spPr>
            <a:xfrm>
              <a:off x="1173400" y="1809750"/>
              <a:ext cx="6837300" cy="2667000"/>
            </a:xfrm>
            <a:prstGeom prst="roundRect">
              <a:avLst>
                <a:gd fmla="val 5357" name="adj"/>
              </a:avLst>
            </a:prstGeom>
            <a:noFill/>
            <a:ln>
              <a:noFill/>
            </a:ln>
          </p:spPr>
        </p:pic>
      </p:grpSp>
      <p:sp>
        <p:nvSpPr>
          <p:cNvPr id="707" name="Google Shape;707;p72"/>
          <p:cNvSpPr txBox="1"/>
          <p:nvPr/>
        </p:nvSpPr>
        <p:spPr>
          <a:xfrm>
            <a:off x="0" y="4264275"/>
            <a:ext cx="45858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chemeClr val="dk1"/>
                </a:solidFill>
              </a:rPr>
              <a:t>Code visualizer: </a:t>
            </a:r>
            <a:endParaRPr b="1" sz="900">
              <a:solidFill>
                <a:schemeClr val="dk1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Char char="●"/>
            </a:pPr>
            <a:r>
              <a:rPr b="1" lang="en" sz="900" u="sng">
                <a:solidFill>
                  <a:schemeClr val="hlink"/>
                </a:solidFill>
                <a:hlinkClick r:id="rId5"/>
              </a:rPr>
              <a:t>https://programiz.pro/code-visualizer/python</a:t>
            </a:r>
            <a:endParaRPr b="1" sz="900">
              <a:solidFill>
                <a:schemeClr val="accent5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Char char="●"/>
            </a:pPr>
            <a:r>
              <a:rPr b="1" lang="en" sz="900" u="sng">
                <a:solidFill>
                  <a:schemeClr val="hlink"/>
                </a:solidFill>
                <a:hlinkClick r:id="rId6"/>
              </a:rPr>
              <a:t>https://pythontutor.com/visualize.html#mode=display</a:t>
            </a:r>
            <a:endParaRPr b="1" sz="900">
              <a:solidFill>
                <a:schemeClr val="accent5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Char char="●"/>
            </a:pPr>
            <a:r>
              <a:rPr b="1" lang="en" sz="900" u="sng">
                <a:solidFill>
                  <a:schemeClr val="hlink"/>
                </a:solidFill>
                <a:hlinkClick r:id="rId7"/>
              </a:rPr>
              <a:t>https://learn-code-with-vengleab.vercel.app/</a:t>
            </a:r>
            <a:endParaRPr b="1" sz="90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p73"/>
          <p:cNvSpPr txBox="1"/>
          <p:nvPr>
            <p:ph type="title"/>
          </p:nvPr>
        </p:nvSpPr>
        <p:spPr>
          <a:xfrm>
            <a:off x="264450" y="252520"/>
            <a:ext cx="4045200" cy="93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Loop with List or Tuple</a:t>
            </a:r>
            <a:endParaRPr/>
          </a:p>
        </p:txBody>
      </p:sp>
      <p:sp>
        <p:nvSpPr>
          <p:cNvPr id="713" name="Google Shape;713;p73"/>
          <p:cNvSpPr txBox="1"/>
          <p:nvPr>
            <p:ph idx="1" type="subTitle"/>
          </p:nvPr>
        </p:nvSpPr>
        <p:spPr>
          <a:xfrm>
            <a:off x="265500" y="972973"/>
            <a:ext cx="4045200" cy="305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714" name="Google Shape;714;p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8700" y="1300450"/>
            <a:ext cx="4156726" cy="2089650"/>
          </a:xfrm>
          <a:prstGeom prst="rect">
            <a:avLst/>
          </a:prstGeom>
          <a:noFill/>
          <a:ln>
            <a:noFill/>
          </a:ln>
        </p:spPr>
      </p:pic>
      <p:sp>
        <p:nvSpPr>
          <p:cNvPr id="715" name="Google Shape;715;p73"/>
          <p:cNvSpPr txBox="1"/>
          <p:nvPr>
            <p:ph idx="2" type="title"/>
          </p:nvPr>
        </p:nvSpPr>
        <p:spPr>
          <a:xfrm>
            <a:off x="4834350" y="245550"/>
            <a:ext cx="4045200" cy="93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loop with dictionary</a:t>
            </a:r>
            <a:endParaRPr/>
          </a:p>
        </p:txBody>
      </p:sp>
      <p:sp>
        <p:nvSpPr>
          <p:cNvPr id="716" name="Google Shape;716;p73"/>
          <p:cNvSpPr txBox="1"/>
          <p:nvPr>
            <p:ph idx="3" type="subTitle"/>
          </p:nvPr>
        </p:nvSpPr>
        <p:spPr>
          <a:xfrm>
            <a:off x="4835400" y="987543"/>
            <a:ext cx="4045200" cy="305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717" name="Google Shape;717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95325" y="1806774"/>
            <a:ext cx="4285275" cy="1445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Google Shape;722;p74"/>
          <p:cNvSpPr txBox="1"/>
          <p:nvPr>
            <p:ph type="title"/>
          </p:nvPr>
        </p:nvSpPr>
        <p:spPr>
          <a:xfrm>
            <a:off x="163575" y="252525"/>
            <a:ext cx="4334700" cy="93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Using Range(n) with For Loop</a:t>
            </a:r>
            <a:endParaRPr/>
          </a:p>
        </p:txBody>
      </p:sp>
      <p:sp>
        <p:nvSpPr>
          <p:cNvPr id="723" name="Google Shape;723;p74"/>
          <p:cNvSpPr txBox="1"/>
          <p:nvPr>
            <p:ph idx="1" type="subTitle"/>
          </p:nvPr>
        </p:nvSpPr>
        <p:spPr>
          <a:xfrm>
            <a:off x="265500" y="1697000"/>
            <a:ext cx="40452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1000"/>
              </a:spcAft>
              <a:buSzPts val="1700"/>
              <a:buChar char="●"/>
            </a:pPr>
            <a:r>
              <a:rPr lang="en" sz="1700">
                <a:solidFill>
                  <a:schemeClr val="accent4"/>
                </a:solidFill>
              </a:rPr>
              <a:t>range(n)</a:t>
            </a:r>
            <a:r>
              <a:rPr lang="en" sz="1700"/>
              <a:t> is commonly used with for loop to generates a sequence of numbers starting from </a:t>
            </a:r>
            <a:r>
              <a:rPr b="1" lang="en" sz="1700">
                <a:solidFill>
                  <a:schemeClr val="accent4"/>
                </a:solidFill>
              </a:rPr>
              <a:t>0 </a:t>
            </a:r>
            <a:r>
              <a:rPr lang="en" sz="1700"/>
              <a:t>up to </a:t>
            </a:r>
            <a:r>
              <a:rPr b="1" lang="en" sz="1700">
                <a:solidFill>
                  <a:schemeClr val="accent4"/>
                </a:solidFill>
              </a:rPr>
              <a:t>n - 1</a:t>
            </a:r>
            <a:endParaRPr b="1" sz="1700">
              <a:solidFill>
                <a:schemeClr val="accent4"/>
              </a:solidFill>
            </a:endParaRPr>
          </a:p>
        </p:txBody>
      </p:sp>
      <p:sp>
        <p:nvSpPr>
          <p:cNvPr id="724" name="Google Shape;724;p74"/>
          <p:cNvSpPr txBox="1"/>
          <p:nvPr>
            <p:ph idx="2" type="title"/>
          </p:nvPr>
        </p:nvSpPr>
        <p:spPr>
          <a:xfrm>
            <a:off x="4834350" y="245550"/>
            <a:ext cx="4045200" cy="93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5" name="Google Shape;725;p74"/>
          <p:cNvSpPr txBox="1"/>
          <p:nvPr>
            <p:ph idx="3" type="subTitle"/>
          </p:nvPr>
        </p:nvSpPr>
        <p:spPr>
          <a:xfrm>
            <a:off x="4835400" y="987543"/>
            <a:ext cx="4045200" cy="305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726" name="Google Shape;726;p74"/>
          <p:cNvPicPr preferRelativeResize="0"/>
          <p:nvPr/>
        </p:nvPicPr>
        <p:blipFill rotWithShape="1">
          <a:blip r:embed="rId3">
            <a:alphaModFix/>
          </a:blip>
          <a:srcRect b="0" l="0" r="18904" t="0"/>
          <a:stretch/>
        </p:blipFill>
        <p:spPr>
          <a:xfrm>
            <a:off x="4784400" y="1363233"/>
            <a:ext cx="4045200" cy="1992641"/>
          </a:xfrm>
          <a:prstGeom prst="rect">
            <a:avLst/>
          </a:prstGeom>
          <a:noFill/>
          <a:ln>
            <a:noFill/>
          </a:ln>
        </p:spPr>
      </p:pic>
      <p:sp>
        <p:nvSpPr>
          <p:cNvPr id="727" name="Google Shape;727;p74"/>
          <p:cNvSpPr/>
          <p:nvPr/>
        </p:nvSpPr>
        <p:spPr>
          <a:xfrm>
            <a:off x="397575" y="2969895"/>
            <a:ext cx="3977700" cy="860700"/>
          </a:xfrm>
          <a:prstGeom prst="roundRect">
            <a:avLst>
              <a:gd fmla="val 9677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8" name="Google Shape;728;p74"/>
          <p:cNvSpPr/>
          <p:nvPr/>
        </p:nvSpPr>
        <p:spPr>
          <a:xfrm>
            <a:off x="518975" y="2969900"/>
            <a:ext cx="3760200" cy="86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863"/>
              <a:buFont typeface="Roboto"/>
              <a:buNone/>
            </a:pPr>
            <a:r>
              <a:rPr b="1" lang="en" sz="125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Note</a:t>
            </a:r>
            <a:r>
              <a:rPr b="1" i="0" lang="en" sz="125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i="0" lang="en" sz="125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Range </a:t>
            </a:r>
            <a:r>
              <a:rPr lang="en" sz="125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change</a:t>
            </a:r>
            <a:r>
              <a:rPr i="0" lang="en" sz="125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 be </a:t>
            </a:r>
            <a:r>
              <a:rPr lang="en" sz="125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multiple</a:t>
            </a:r>
            <a:r>
              <a:rPr lang="en" sz="125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 syntax</a:t>
            </a:r>
            <a:endParaRPr sz="1250">
              <a:solidFill>
                <a:srgbClr val="1A1F5C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07975" lvl="0" marL="45720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50"/>
              <a:buFont typeface="Roboto"/>
              <a:buChar char="●"/>
            </a:pPr>
            <a:r>
              <a:rPr lang="en" sz="12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range(n)</a:t>
            </a:r>
            <a:endParaRPr sz="125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07975" lvl="0" marL="45720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250"/>
              <a:buFont typeface="Roboto"/>
              <a:buChar char="●"/>
            </a:pPr>
            <a:r>
              <a:rPr lang="en" sz="12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range</a:t>
            </a:r>
            <a:r>
              <a:rPr lang="en" sz="12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(start, stop)</a:t>
            </a:r>
            <a:endParaRPr sz="125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07975" lvl="0" marL="45720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250"/>
              <a:buFont typeface="Roboto"/>
              <a:buChar char="●"/>
            </a:pPr>
            <a:r>
              <a:rPr lang="en" sz="12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range(start, stop, step)</a:t>
            </a:r>
            <a:endParaRPr sz="125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A3480"/>
        </a:solidFill>
      </p:bgPr>
    </p:bg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p75"/>
          <p:cNvSpPr/>
          <p:nvPr/>
        </p:nvSpPr>
        <p:spPr>
          <a:xfrm>
            <a:off x="8291322" y="-521208"/>
            <a:ext cx="1371600" cy="1371600"/>
          </a:xfrm>
          <a:prstGeom prst="roundRect">
            <a:avLst>
              <a:gd fmla="val 32000" name="adj"/>
            </a:avLst>
          </a:prstGeom>
          <a:solidFill>
            <a:srgbClr val="EC5F82">
              <a:alpha val="2196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5" name="Google Shape;735;p75"/>
          <p:cNvSpPr/>
          <p:nvPr/>
        </p:nvSpPr>
        <p:spPr>
          <a:xfrm>
            <a:off x="-1234440" y="3291840"/>
            <a:ext cx="3429000" cy="3429000"/>
          </a:xfrm>
          <a:prstGeom prst="ellipse">
            <a:avLst/>
          </a:prstGeom>
          <a:solidFill>
            <a:srgbClr val="FFFFFF">
              <a:alpha val="784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6" name="Google Shape;736;p75"/>
          <p:cNvSpPr/>
          <p:nvPr/>
        </p:nvSpPr>
        <p:spPr>
          <a:xfrm>
            <a:off x="617220" y="2160270"/>
            <a:ext cx="74067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"/>
              <a:buNone/>
            </a:pPr>
            <a:r>
              <a:rPr b="1" lang="en" sz="3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While</a:t>
            </a:r>
            <a:r>
              <a:rPr b="1" i="0" lang="en" sz="30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 Loop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37" name="Google Shape;737;p75"/>
          <p:cNvCxnSpPr/>
          <p:nvPr/>
        </p:nvCxnSpPr>
        <p:spPr>
          <a:xfrm>
            <a:off x="617220" y="3086100"/>
            <a:ext cx="2057400" cy="0"/>
          </a:xfrm>
          <a:prstGeom prst="straightConnector1">
            <a:avLst/>
          </a:prstGeom>
          <a:noFill/>
          <a:ln cap="flat" cmpd="sng" w="19050">
            <a:solidFill>
              <a:srgbClr val="EC5F82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76"/>
          <p:cNvSpPr txBox="1"/>
          <p:nvPr>
            <p:ph idx="1" type="body"/>
          </p:nvPr>
        </p:nvSpPr>
        <p:spPr>
          <a:xfrm>
            <a:off x="411480" y="617220"/>
            <a:ext cx="39093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9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01 · CONCEPTS</a:t>
            </a:r>
            <a:endParaRPr/>
          </a:p>
        </p:txBody>
      </p:sp>
      <p:sp>
        <p:nvSpPr>
          <p:cNvPr id="743" name="Google Shape;743;p76"/>
          <p:cNvSpPr txBox="1"/>
          <p:nvPr>
            <p:ph type="title"/>
          </p:nvPr>
        </p:nvSpPr>
        <p:spPr>
          <a:xfrm>
            <a:off x="411480" y="219456"/>
            <a:ext cx="3909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is </a:t>
            </a:r>
            <a:r>
              <a:rPr lang="en">
                <a:solidFill>
                  <a:srgbClr val="D84568"/>
                </a:solidFill>
              </a:rPr>
              <a:t>While </a:t>
            </a:r>
            <a:r>
              <a:rPr lang="en">
                <a:solidFill>
                  <a:srgbClr val="2A3480"/>
                </a:solidFill>
              </a:rPr>
              <a:t>Loop</a:t>
            </a:r>
            <a:r>
              <a:rPr lang="en"/>
              <a:t>?</a:t>
            </a:r>
            <a:endParaRPr/>
          </a:p>
        </p:txBody>
      </p:sp>
      <p:sp>
        <p:nvSpPr>
          <p:cNvPr id="744" name="Google Shape;744;p76"/>
          <p:cNvSpPr txBox="1"/>
          <p:nvPr>
            <p:ph idx="3" type="body"/>
          </p:nvPr>
        </p:nvSpPr>
        <p:spPr>
          <a:xfrm>
            <a:off x="411475" y="1134400"/>
            <a:ext cx="3909300" cy="5610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600"/>
              </a:spcAft>
              <a:buNone/>
            </a:pPr>
            <a:r>
              <a:rPr lang="en"/>
              <a:t>Executes a block of code repeatedly as long as a specified condition remains true.</a:t>
            </a:r>
            <a:endParaRPr/>
          </a:p>
        </p:txBody>
      </p:sp>
      <p:sp>
        <p:nvSpPr>
          <p:cNvPr id="745" name="Google Shape;745;p76"/>
          <p:cNvSpPr txBox="1"/>
          <p:nvPr>
            <p:ph idx="5" type="title"/>
          </p:nvPr>
        </p:nvSpPr>
        <p:spPr>
          <a:xfrm>
            <a:off x="4879467" y="219456"/>
            <a:ext cx="3953700" cy="356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Syntax</a:t>
            </a:r>
            <a:endParaRPr/>
          </a:p>
        </p:txBody>
      </p:sp>
      <p:sp>
        <p:nvSpPr>
          <p:cNvPr id="746" name="Google Shape;746;p76"/>
          <p:cNvSpPr txBox="1"/>
          <p:nvPr>
            <p:ph idx="6" type="body"/>
          </p:nvPr>
        </p:nvSpPr>
        <p:spPr>
          <a:xfrm>
            <a:off x="4936092" y="2922120"/>
            <a:ext cx="3953700" cy="2058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"/>
              <a:t>Example</a:t>
            </a:r>
            <a:endParaRPr/>
          </a:p>
        </p:txBody>
      </p:sp>
      <p:sp>
        <p:nvSpPr>
          <p:cNvPr id="747" name="Google Shape;747;p76"/>
          <p:cNvSpPr/>
          <p:nvPr/>
        </p:nvSpPr>
        <p:spPr>
          <a:xfrm>
            <a:off x="377280" y="4419780"/>
            <a:ext cx="3977700" cy="425100"/>
          </a:xfrm>
          <a:prstGeom prst="roundRect">
            <a:avLst>
              <a:gd fmla="val 9677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8" name="Google Shape;748;p76"/>
          <p:cNvSpPr/>
          <p:nvPr/>
        </p:nvSpPr>
        <p:spPr>
          <a:xfrm>
            <a:off x="500724" y="4570656"/>
            <a:ext cx="123300" cy="1233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9" name="Google Shape;749;p76"/>
          <p:cNvSpPr/>
          <p:nvPr/>
        </p:nvSpPr>
        <p:spPr>
          <a:xfrm>
            <a:off x="706464" y="4419780"/>
            <a:ext cx="35523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863"/>
              <a:buFont typeface="Roboto"/>
              <a:buNone/>
            </a:pPr>
            <a:r>
              <a:rPr b="1" i="0" lang="en" sz="86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Insight:  </a:t>
            </a:r>
            <a:r>
              <a:rPr b="0" i="0" lang="en" sz="86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always ensure your condition eventually becomes False, or use break — otherwise it runs forever!</a:t>
            </a:r>
            <a:endParaRPr b="0" i="0" sz="86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" name="Google Shape;750;p76"/>
          <p:cNvSpPr/>
          <p:nvPr/>
        </p:nvSpPr>
        <p:spPr>
          <a:xfrm>
            <a:off x="485090" y="1872860"/>
            <a:ext cx="3977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Roboto"/>
              <a:buNone/>
            </a:pPr>
            <a:r>
              <a:rPr b="1" i="0" lang="en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EXECUTION FLOW</a:t>
            </a:r>
            <a:endParaRPr b="0" i="0" sz="9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1" name="Google Shape;751;p76"/>
          <p:cNvSpPr/>
          <p:nvPr/>
        </p:nvSpPr>
        <p:spPr>
          <a:xfrm>
            <a:off x="485090" y="2147180"/>
            <a:ext cx="274200" cy="2742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2" name="Google Shape;752;p76"/>
          <p:cNvSpPr/>
          <p:nvPr/>
        </p:nvSpPr>
        <p:spPr>
          <a:xfrm>
            <a:off x="485090" y="2147180"/>
            <a:ext cx="274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75"/>
              <a:buFont typeface="Roboto"/>
              <a:buNone/>
            </a:pPr>
            <a:r>
              <a:rPr b="1" i="0" lang="en" sz="975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b="0" i="0" sz="97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76"/>
          <p:cNvSpPr/>
          <p:nvPr/>
        </p:nvSpPr>
        <p:spPr>
          <a:xfrm>
            <a:off x="862277" y="2126600"/>
            <a:ext cx="19593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13"/>
              <a:buFont typeface="Roboto"/>
              <a:buNone/>
            </a:pPr>
            <a:r>
              <a:rPr b="0" i="0" lang="en" sz="101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Evaluate condition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4" name="Google Shape;754;p76"/>
          <p:cNvSpPr/>
          <p:nvPr/>
        </p:nvSpPr>
        <p:spPr>
          <a:xfrm>
            <a:off x="485090" y="2544944"/>
            <a:ext cx="274200" cy="2742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5" name="Google Shape;755;p76"/>
          <p:cNvSpPr/>
          <p:nvPr/>
        </p:nvSpPr>
        <p:spPr>
          <a:xfrm>
            <a:off x="485090" y="2544944"/>
            <a:ext cx="274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75"/>
              <a:buFont typeface="Roboto"/>
              <a:buNone/>
            </a:pPr>
            <a:r>
              <a:rPr b="1" i="0" lang="en" sz="975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b="0" i="0" sz="97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6" name="Google Shape;756;p76"/>
          <p:cNvSpPr/>
          <p:nvPr/>
        </p:nvSpPr>
        <p:spPr>
          <a:xfrm>
            <a:off x="862277" y="2524366"/>
            <a:ext cx="19593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13"/>
              <a:buFont typeface="Roboto"/>
              <a:buNone/>
            </a:pPr>
            <a:r>
              <a:rPr b="0" i="0" lang="en" sz="101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True → run body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" name="Google Shape;757;p76"/>
          <p:cNvSpPr/>
          <p:nvPr/>
        </p:nvSpPr>
        <p:spPr>
          <a:xfrm>
            <a:off x="485090" y="2942708"/>
            <a:ext cx="274200" cy="2742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8" name="Google Shape;758;p76"/>
          <p:cNvSpPr/>
          <p:nvPr/>
        </p:nvSpPr>
        <p:spPr>
          <a:xfrm>
            <a:off x="485090" y="2942708"/>
            <a:ext cx="274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75"/>
              <a:buFont typeface="Roboto"/>
              <a:buNone/>
            </a:pPr>
            <a:r>
              <a:rPr b="1" i="0" lang="en" sz="975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b="0" i="0" sz="97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9" name="Google Shape;759;p76"/>
          <p:cNvSpPr/>
          <p:nvPr/>
        </p:nvSpPr>
        <p:spPr>
          <a:xfrm>
            <a:off x="862277" y="2922132"/>
            <a:ext cx="19593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13"/>
              <a:buFont typeface="Roboto"/>
              <a:buNone/>
            </a:pPr>
            <a:r>
              <a:rPr b="0" i="0" lang="en" sz="101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Go back to step 1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0" name="Google Shape;760;p76"/>
          <p:cNvSpPr/>
          <p:nvPr/>
        </p:nvSpPr>
        <p:spPr>
          <a:xfrm>
            <a:off x="485090" y="3340472"/>
            <a:ext cx="274200" cy="2742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1" name="Google Shape;761;p76"/>
          <p:cNvSpPr/>
          <p:nvPr/>
        </p:nvSpPr>
        <p:spPr>
          <a:xfrm>
            <a:off x="485090" y="3340472"/>
            <a:ext cx="274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75"/>
              <a:buFont typeface="Roboto"/>
              <a:buNone/>
            </a:pPr>
            <a:r>
              <a:rPr b="1" i="0" lang="en" sz="975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b="0" i="0" sz="97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" name="Google Shape;762;p76"/>
          <p:cNvSpPr/>
          <p:nvPr/>
        </p:nvSpPr>
        <p:spPr>
          <a:xfrm>
            <a:off x="862277" y="3319898"/>
            <a:ext cx="19593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13"/>
              <a:buFont typeface="Roboto"/>
              <a:buNone/>
            </a:pPr>
            <a:r>
              <a:rPr b="0" i="0" lang="en" sz="101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False → exit loop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63" name="Google Shape;763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36095" y="864091"/>
            <a:ext cx="3840449" cy="163521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4" name="Google Shape;764;p7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31125" y="3319900"/>
            <a:ext cx="3909300" cy="12663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77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Visualize Code Execution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0" name="Google Shape;770;p77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1" name="Google Shape;771;p77"/>
          <p:cNvSpPr txBox="1"/>
          <p:nvPr>
            <p:ph idx="2" type="body"/>
          </p:nvPr>
        </p:nvSpPr>
        <p:spPr>
          <a:xfrm>
            <a:off x="480060" y="1062990"/>
            <a:ext cx="8160900" cy="29490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600"/>
              </a:spcAft>
              <a:buNone/>
            </a:pPr>
            <a:r>
              <a:t/>
            </a:r>
            <a:endParaRPr/>
          </a:p>
        </p:txBody>
      </p:sp>
      <p:pic>
        <p:nvPicPr>
          <p:cNvPr id="772" name="Google Shape;772;p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675" y="799762"/>
            <a:ext cx="8709774" cy="35439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78"/>
          <p:cNvSpPr txBox="1"/>
          <p:nvPr>
            <p:ph type="title"/>
          </p:nvPr>
        </p:nvSpPr>
        <p:spPr>
          <a:xfrm>
            <a:off x="411480" y="219456"/>
            <a:ext cx="3909300" cy="356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 until correct</a:t>
            </a:r>
            <a:endParaRPr/>
          </a:p>
        </p:txBody>
      </p:sp>
      <p:sp>
        <p:nvSpPr>
          <p:cNvPr id="778" name="Google Shape;778;p78"/>
          <p:cNvSpPr txBox="1"/>
          <p:nvPr>
            <p:ph idx="1" type="body"/>
          </p:nvPr>
        </p:nvSpPr>
        <p:spPr>
          <a:xfrm>
            <a:off x="411480" y="617220"/>
            <a:ext cx="3909300" cy="2058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9" name="Google Shape;779;p78"/>
          <p:cNvSpPr txBox="1"/>
          <p:nvPr>
            <p:ph idx="5" type="title"/>
          </p:nvPr>
        </p:nvSpPr>
        <p:spPr>
          <a:xfrm>
            <a:off x="4879467" y="219456"/>
            <a:ext cx="3953700" cy="356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 multiple times</a:t>
            </a:r>
            <a:endParaRPr/>
          </a:p>
        </p:txBody>
      </p:sp>
      <p:sp>
        <p:nvSpPr>
          <p:cNvPr id="780" name="Google Shape;780;p78"/>
          <p:cNvSpPr txBox="1"/>
          <p:nvPr>
            <p:ph idx="2" type="body"/>
          </p:nvPr>
        </p:nvSpPr>
        <p:spPr>
          <a:xfrm>
            <a:off x="411480" y="1062990"/>
            <a:ext cx="3909300" cy="2400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781" name="Google Shape;781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25050" y="892075"/>
            <a:ext cx="4262551" cy="2751551"/>
          </a:xfrm>
          <a:prstGeom prst="rect">
            <a:avLst/>
          </a:prstGeom>
          <a:noFill/>
          <a:ln>
            <a:noFill/>
          </a:ln>
        </p:spPr>
      </p:pic>
      <p:sp>
        <p:nvSpPr>
          <p:cNvPr id="782" name="Google Shape;782;p78"/>
          <p:cNvSpPr txBox="1"/>
          <p:nvPr>
            <p:ph idx="4" type="body"/>
          </p:nvPr>
        </p:nvSpPr>
        <p:spPr>
          <a:xfrm>
            <a:off x="411480" y="4526280"/>
            <a:ext cx="3909300" cy="2058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3" name="Google Shape;783;p78"/>
          <p:cNvSpPr txBox="1"/>
          <p:nvPr>
            <p:ph idx="6" type="body"/>
          </p:nvPr>
        </p:nvSpPr>
        <p:spPr>
          <a:xfrm>
            <a:off x="4879467" y="617220"/>
            <a:ext cx="3953700" cy="2058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"/>
              <a:t>Similar to range(10) with for loop</a:t>
            </a:r>
            <a:endParaRPr/>
          </a:p>
        </p:txBody>
      </p:sp>
      <p:pic>
        <p:nvPicPr>
          <p:cNvPr id="784" name="Google Shape;784;p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775" y="1146502"/>
            <a:ext cx="4420250" cy="22426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8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79"/>
          <p:cNvSpPr txBox="1"/>
          <p:nvPr>
            <p:ph type="title"/>
          </p:nvPr>
        </p:nvSpPr>
        <p:spPr>
          <a:xfrm>
            <a:off x="617220" y="1577340"/>
            <a:ext cx="7886700" cy="13029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Transfer Statements</a:t>
            </a:r>
            <a:endParaRPr/>
          </a:p>
        </p:txBody>
      </p:sp>
      <p:sp>
        <p:nvSpPr>
          <p:cNvPr id="790" name="Google Shape;790;p79"/>
          <p:cNvSpPr txBox="1"/>
          <p:nvPr>
            <p:ph idx="1" type="body"/>
          </p:nvPr>
        </p:nvSpPr>
        <p:spPr>
          <a:xfrm>
            <a:off x="617220" y="2914650"/>
            <a:ext cx="7200900" cy="2742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1" name="Google Shape;791;p79"/>
          <p:cNvSpPr txBox="1"/>
          <p:nvPr>
            <p:ph idx="2" type="body"/>
          </p:nvPr>
        </p:nvSpPr>
        <p:spPr>
          <a:xfrm>
            <a:off x="617220" y="3257550"/>
            <a:ext cx="6652500" cy="4116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2" name="Google Shape;792;p79"/>
          <p:cNvSpPr txBox="1"/>
          <p:nvPr>
            <p:ph idx="3" type="body"/>
          </p:nvPr>
        </p:nvSpPr>
        <p:spPr>
          <a:xfrm>
            <a:off x="617220" y="3977640"/>
            <a:ext cx="5486400" cy="2400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p80"/>
          <p:cNvSpPr/>
          <p:nvPr/>
        </p:nvSpPr>
        <p:spPr>
          <a:xfrm>
            <a:off x="411480" y="240030"/>
            <a:ext cx="61722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Roboto"/>
              <a:buNone/>
            </a:pPr>
            <a:r>
              <a:rPr b="1" i="0" lang="en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JUMP AROUND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9" name="Google Shape;799;p80"/>
          <p:cNvSpPr/>
          <p:nvPr/>
        </p:nvSpPr>
        <p:spPr>
          <a:xfrm>
            <a:off x="411480" y="466344"/>
            <a:ext cx="72009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</a:pPr>
            <a:r>
              <a:rPr b="1" i="0" lang="en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Transfer Statements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" name="Google Shape;800;p80"/>
          <p:cNvSpPr/>
          <p:nvPr/>
        </p:nvSpPr>
        <p:spPr>
          <a:xfrm>
            <a:off x="411480" y="1131570"/>
            <a:ext cx="80925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50"/>
              <a:buFont typeface="Roboto"/>
              <a:buNone/>
            </a:pPr>
            <a:r>
              <a:rPr b="0" i="0" lang="en" sz="105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Keywords that modify the normal top-to-bottom flow by jumping execution to a different point — think of them as traffic signs.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1" name="Google Shape;801;p80"/>
          <p:cNvSpPr/>
          <p:nvPr/>
        </p:nvSpPr>
        <p:spPr>
          <a:xfrm>
            <a:off x="411475" y="1645927"/>
            <a:ext cx="2571900" cy="3074400"/>
          </a:xfrm>
          <a:prstGeom prst="roundRect">
            <a:avLst>
              <a:gd fmla="val 2353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2" name="Google Shape;802;p80"/>
          <p:cNvSpPr/>
          <p:nvPr/>
        </p:nvSpPr>
        <p:spPr>
          <a:xfrm>
            <a:off x="548640" y="1783080"/>
            <a:ext cx="2297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275"/>
              <a:buFont typeface="Roboto"/>
              <a:buNone/>
            </a:pPr>
            <a:r>
              <a:rPr b="1" i="0" lang="en" sz="1275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break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3" name="Google Shape;803;p80"/>
          <p:cNvSpPr/>
          <p:nvPr/>
        </p:nvSpPr>
        <p:spPr>
          <a:xfrm>
            <a:off x="548640" y="2091690"/>
            <a:ext cx="2297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38"/>
              <a:buFont typeface="Roboto"/>
              <a:buNone/>
            </a:pPr>
            <a:r>
              <a:rPr b="0" i="0" lang="en" sz="938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Exit the loop immediately.</a:t>
            </a:r>
            <a:endParaRPr b="0" i="0" sz="93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./imgs/code_hl/break_example.png" id="804" name="Google Shape;804;p8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2434590"/>
            <a:ext cx="2297430" cy="831532"/>
          </a:xfrm>
          <a:prstGeom prst="rect">
            <a:avLst/>
          </a:prstGeom>
          <a:noFill/>
          <a:ln>
            <a:noFill/>
          </a:ln>
        </p:spPr>
      </p:pic>
      <p:sp>
        <p:nvSpPr>
          <p:cNvPr id="805" name="Google Shape;805;p80"/>
          <p:cNvSpPr/>
          <p:nvPr/>
        </p:nvSpPr>
        <p:spPr>
          <a:xfrm>
            <a:off x="3175250" y="1645927"/>
            <a:ext cx="2571900" cy="3074400"/>
          </a:xfrm>
          <a:prstGeom prst="roundRect">
            <a:avLst>
              <a:gd fmla="val 2353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6" name="Google Shape;806;p80"/>
          <p:cNvSpPr/>
          <p:nvPr/>
        </p:nvSpPr>
        <p:spPr>
          <a:xfrm>
            <a:off x="3312414" y="1783080"/>
            <a:ext cx="2297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275"/>
              <a:buFont typeface="Roboto"/>
              <a:buNone/>
            </a:pPr>
            <a:r>
              <a:rPr b="1" i="0" lang="en" sz="1275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continue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" name="Google Shape;807;p80"/>
          <p:cNvSpPr/>
          <p:nvPr/>
        </p:nvSpPr>
        <p:spPr>
          <a:xfrm>
            <a:off x="3312414" y="2091690"/>
            <a:ext cx="2297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38"/>
              <a:buFont typeface="Roboto"/>
              <a:buNone/>
            </a:pPr>
            <a:r>
              <a:rPr b="0" i="0" lang="en" sz="938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Skip the current iteration.</a:t>
            </a:r>
            <a:endParaRPr b="0" i="0" sz="93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./imgs/code_hl/continue_example.png" id="808" name="Google Shape;808;p8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12414" y="2434590"/>
            <a:ext cx="2297430" cy="831532"/>
          </a:xfrm>
          <a:prstGeom prst="rect">
            <a:avLst/>
          </a:prstGeom>
          <a:noFill/>
          <a:ln>
            <a:noFill/>
          </a:ln>
        </p:spPr>
      </p:pic>
      <p:sp>
        <p:nvSpPr>
          <p:cNvPr id="809" name="Google Shape;809;p80"/>
          <p:cNvSpPr/>
          <p:nvPr/>
        </p:nvSpPr>
        <p:spPr>
          <a:xfrm>
            <a:off x="5939024" y="1645927"/>
            <a:ext cx="2571900" cy="3074400"/>
          </a:xfrm>
          <a:prstGeom prst="roundRect">
            <a:avLst>
              <a:gd fmla="val 2353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0" name="Google Shape;810;p80"/>
          <p:cNvSpPr/>
          <p:nvPr/>
        </p:nvSpPr>
        <p:spPr>
          <a:xfrm>
            <a:off x="6076188" y="1783080"/>
            <a:ext cx="2297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275"/>
              <a:buFont typeface="Roboto"/>
              <a:buNone/>
            </a:pPr>
            <a:r>
              <a:rPr b="1" i="0" lang="en" sz="1275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pass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1" name="Google Shape;811;p80"/>
          <p:cNvSpPr/>
          <p:nvPr/>
        </p:nvSpPr>
        <p:spPr>
          <a:xfrm>
            <a:off x="6076188" y="2091690"/>
            <a:ext cx="2297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38"/>
              <a:buFont typeface="Roboto"/>
              <a:buNone/>
            </a:pPr>
            <a:r>
              <a:rPr b="0" i="0" lang="en" sz="938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Placeholder — do nothing.</a:t>
            </a:r>
            <a:endParaRPr b="0" i="0" sz="93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./imgs/code_hl/pass_example.png" id="812" name="Google Shape;812;p8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076188" y="2434590"/>
            <a:ext cx="2297430" cy="600075"/>
          </a:xfrm>
          <a:prstGeom prst="rect">
            <a:avLst/>
          </a:prstGeom>
          <a:noFill/>
          <a:ln>
            <a:noFill/>
          </a:ln>
        </p:spPr>
      </p:pic>
      <p:sp>
        <p:nvSpPr>
          <p:cNvPr id="813" name="Google Shape;813;p80"/>
          <p:cNvSpPr/>
          <p:nvPr/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085"/>
              </a:buClr>
              <a:buSzPts val="750"/>
              <a:buFont typeface="Roboto"/>
              <a:buNone/>
            </a:pPr>
            <a:r>
              <a:rPr b="0" i="0" lang="en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rPr>
              <a:t>11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14" name="Google Shape;814;p8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8650" y="3390900"/>
            <a:ext cx="2227500" cy="948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5" name="Google Shape;815;p8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353825" y="3334825"/>
            <a:ext cx="2186025" cy="1067595"/>
          </a:xfrm>
          <a:prstGeom prst="rect">
            <a:avLst/>
          </a:prstGeom>
          <a:noFill/>
          <a:ln>
            <a:noFill/>
          </a:ln>
        </p:spPr>
      </p:pic>
      <p:pic>
        <p:nvPicPr>
          <p:cNvPr id="816" name="Google Shape;816;p80"/>
          <p:cNvPicPr preferRelativeResize="0"/>
          <p:nvPr/>
        </p:nvPicPr>
        <p:blipFill rotWithShape="1">
          <a:blip r:embed="rId8">
            <a:alphaModFix/>
          </a:blip>
          <a:srcRect b="13525" l="0" r="0" t="0"/>
          <a:stretch/>
        </p:blipFill>
        <p:spPr>
          <a:xfrm>
            <a:off x="6117525" y="3334825"/>
            <a:ext cx="2133541" cy="1067600"/>
          </a:xfrm>
          <a:prstGeom prst="rect">
            <a:avLst/>
          </a:prstGeom>
          <a:solidFill>
            <a:srgbClr val="EAF1FB"/>
          </a:solidFill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p81"/>
          <p:cNvSpPr txBox="1"/>
          <p:nvPr>
            <p:ph type="title"/>
          </p:nvPr>
        </p:nvSpPr>
        <p:spPr>
          <a:xfrm>
            <a:off x="617220" y="1577340"/>
            <a:ext cx="7886700" cy="13029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with Loop</a:t>
            </a:r>
            <a:endParaRPr/>
          </a:p>
        </p:txBody>
      </p:sp>
      <p:sp>
        <p:nvSpPr>
          <p:cNvPr id="822" name="Google Shape;822;p81"/>
          <p:cNvSpPr txBox="1"/>
          <p:nvPr>
            <p:ph idx="1" type="body"/>
          </p:nvPr>
        </p:nvSpPr>
        <p:spPr>
          <a:xfrm>
            <a:off x="617220" y="2914650"/>
            <a:ext cx="7200900" cy="2742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3" name="Google Shape;823;p81"/>
          <p:cNvSpPr txBox="1"/>
          <p:nvPr>
            <p:ph idx="2" type="body"/>
          </p:nvPr>
        </p:nvSpPr>
        <p:spPr>
          <a:xfrm>
            <a:off x="617220" y="3257550"/>
            <a:ext cx="6652500" cy="4116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4" name="Google Shape;824;p81"/>
          <p:cNvSpPr txBox="1"/>
          <p:nvPr>
            <p:ph idx="3" type="body"/>
          </p:nvPr>
        </p:nvSpPr>
        <p:spPr>
          <a:xfrm>
            <a:off x="617220" y="3977640"/>
            <a:ext cx="5486400" cy="2400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9" name="Shape 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Google Shape;830;p82"/>
          <p:cNvSpPr txBox="1"/>
          <p:nvPr>
            <p:ph type="title"/>
          </p:nvPr>
        </p:nvSpPr>
        <p:spPr>
          <a:xfrm>
            <a:off x="308610" y="164592"/>
            <a:ext cx="2931900" cy="267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Nested Loops</a:t>
            </a:r>
            <a:endParaRPr/>
          </a:p>
        </p:txBody>
      </p:sp>
      <p:sp>
        <p:nvSpPr>
          <p:cNvPr id="831" name="Google Shape;831;p82"/>
          <p:cNvSpPr txBox="1"/>
          <p:nvPr>
            <p:ph idx="2" type="body"/>
          </p:nvPr>
        </p:nvSpPr>
        <p:spPr>
          <a:xfrm>
            <a:off x="308610" y="797242"/>
            <a:ext cx="29319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A loop inside a loop</a:t>
            </a:r>
            <a:endParaRPr/>
          </a:p>
        </p:txBody>
      </p:sp>
      <p:sp>
        <p:nvSpPr>
          <p:cNvPr id="832" name="Google Shape;832;p82"/>
          <p:cNvSpPr txBox="1"/>
          <p:nvPr>
            <p:ph idx="3" type="body"/>
          </p:nvPr>
        </p:nvSpPr>
        <p:spPr>
          <a:xfrm>
            <a:off x="308610" y="1028700"/>
            <a:ext cx="2931900" cy="20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00"/>
              <a:buChar char="•"/>
            </a:pP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The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inner loop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runs to completion for every single pass of the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outer loop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/>
          </a:p>
          <a:p>
            <a:pPr indent="-152400" lvl="0" marL="203200" rtl="0" algn="l">
              <a:spcBef>
                <a:spcPts val="800"/>
              </a:spcBef>
              <a:spcAft>
                <a:spcPts val="0"/>
              </a:spcAft>
              <a:buClr>
                <a:srgbClr val="222540"/>
              </a:buClr>
              <a:buSzPts val="800"/>
              <a:buChar char="•"/>
            </a:pP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Useful for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grids, pairs, and coordinates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— anywhere you need i and j together.</a:t>
            </a:r>
            <a:endParaRPr/>
          </a:p>
          <a:p>
            <a:pPr indent="-152400" lvl="0" marL="203200" rtl="0" algn="l">
              <a:spcBef>
                <a:spcPts val="800"/>
              </a:spcBef>
              <a:spcAft>
                <a:spcPts val="0"/>
              </a:spcAft>
              <a:buClr>
                <a:srgbClr val="D84568"/>
              </a:buClr>
              <a:buSzPts val="800"/>
              <a:buChar char="•"/>
            </a:pP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range(3)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twice gives 9 total iterations — 3 outer × 3 inner.</a:t>
            </a:r>
            <a:endParaRPr/>
          </a:p>
        </p:txBody>
      </p:sp>
      <p:pic>
        <p:nvPicPr>
          <p:cNvPr descr="nested_loops.png" id="833" name="Google Shape;833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03724" y="822960"/>
            <a:ext cx="2505123" cy="3771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8" name="Shape 8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Google Shape;839;p83"/>
          <p:cNvSpPr txBox="1"/>
          <p:nvPr>
            <p:ph type="title"/>
          </p:nvPr>
        </p:nvSpPr>
        <p:spPr>
          <a:xfrm>
            <a:off x="308610" y="164592"/>
            <a:ext cx="2931900" cy="267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enumerate()</a:t>
            </a:r>
            <a:endParaRPr/>
          </a:p>
        </p:txBody>
      </p:sp>
      <p:sp>
        <p:nvSpPr>
          <p:cNvPr id="840" name="Google Shape;840;p83"/>
          <p:cNvSpPr txBox="1"/>
          <p:nvPr>
            <p:ph idx="2" type="body"/>
          </p:nvPr>
        </p:nvSpPr>
        <p:spPr>
          <a:xfrm>
            <a:off x="308610" y="797242"/>
            <a:ext cx="29319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Index and value, together</a:t>
            </a:r>
            <a:endParaRPr/>
          </a:p>
        </p:txBody>
      </p:sp>
      <p:sp>
        <p:nvSpPr>
          <p:cNvPr id="841" name="Google Shape;841;p83"/>
          <p:cNvSpPr txBox="1"/>
          <p:nvPr>
            <p:ph idx="3" type="body"/>
          </p:nvPr>
        </p:nvSpPr>
        <p:spPr>
          <a:xfrm>
            <a:off x="308610" y="1028700"/>
            <a:ext cx="2931900" cy="20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800"/>
              <a:buChar char="•"/>
            </a:pP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enumerate()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wraps a list and yields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(index, value)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pairs.</a:t>
            </a:r>
            <a:endParaRPr/>
          </a:p>
          <a:p>
            <a:pPr indent="-152400" lvl="0" marL="203200" rtl="0" algn="l">
              <a:spcBef>
                <a:spcPts val="800"/>
              </a:spcBef>
              <a:spcAft>
                <a:spcPts val="0"/>
              </a:spcAft>
              <a:buClr>
                <a:srgbClr val="222540"/>
              </a:buClr>
              <a:buSzPts val="800"/>
              <a:buChar char="•"/>
            </a:pP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No need to track a counter by hand or call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len()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/>
          </a:p>
          <a:p>
            <a:pPr indent="-152400" lvl="0" marL="203200" rtl="0" algn="l">
              <a:spcBef>
                <a:spcPts val="800"/>
              </a:spcBef>
              <a:spcAft>
                <a:spcPts val="0"/>
              </a:spcAft>
              <a:buClr>
                <a:srgbClr val="222540"/>
              </a:buClr>
              <a:buSzPts val="800"/>
              <a:buChar char="•"/>
            </a:pP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Cleaner and more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Pythonic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than looping over range(len(list)).</a:t>
            </a:r>
            <a:endParaRPr/>
          </a:p>
        </p:txBody>
      </p:sp>
      <p:pic>
        <p:nvPicPr>
          <p:cNvPr descr="enumerate_fn.png" id="842" name="Google Shape;842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10887" y="1144678"/>
            <a:ext cx="4090799" cy="3128464"/>
          </a:xfrm>
          <a:prstGeom prst="rect">
            <a:avLst/>
          </a:prstGeom>
          <a:noFill/>
          <a:ln>
            <a:noFill/>
          </a:ln>
        </p:spPr>
      </p:pic>
      <p:sp>
        <p:nvSpPr>
          <p:cNvPr id="843" name="Google Shape;843;p83"/>
          <p:cNvSpPr/>
          <p:nvPr/>
        </p:nvSpPr>
        <p:spPr>
          <a:xfrm>
            <a:off x="411480" y="4046220"/>
            <a:ext cx="3909300" cy="458700"/>
          </a:xfrm>
          <a:prstGeom prst="roundRect">
            <a:avLst>
              <a:gd fmla="val 1794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123425" spcFirstLastPara="1" rIns="123425" wrap="square" tIns="68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●  </a:t>
            </a:r>
            <a:r>
              <a:rPr b="1" i="0" lang="en" sz="9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Insight:  </a:t>
            </a:r>
            <a:r>
              <a:rPr b="0" i="0" lang="en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use enumerate() instead of range(len(list)) for cleaner, more Pythonic code.</a:t>
            </a:r>
            <a:endParaRPr sz="11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8" name="Shape 8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Google Shape;849;p84"/>
          <p:cNvSpPr txBox="1"/>
          <p:nvPr>
            <p:ph type="title"/>
          </p:nvPr>
        </p:nvSpPr>
        <p:spPr>
          <a:xfrm>
            <a:off x="308610" y="164592"/>
            <a:ext cx="2931900" cy="267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zip()</a:t>
            </a:r>
            <a:endParaRPr/>
          </a:p>
        </p:txBody>
      </p:sp>
      <p:sp>
        <p:nvSpPr>
          <p:cNvPr id="850" name="Google Shape;850;p84"/>
          <p:cNvSpPr txBox="1"/>
          <p:nvPr>
            <p:ph idx="2" type="body"/>
          </p:nvPr>
        </p:nvSpPr>
        <p:spPr>
          <a:xfrm>
            <a:off x="308610" y="797242"/>
            <a:ext cx="29319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Pair up parallel lists</a:t>
            </a:r>
            <a:endParaRPr/>
          </a:p>
        </p:txBody>
      </p:sp>
      <p:sp>
        <p:nvSpPr>
          <p:cNvPr id="851" name="Google Shape;851;p84"/>
          <p:cNvSpPr txBox="1"/>
          <p:nvPr>
            <p:ph idx="3" type="body"/>
          </p:nvPr>
        </p:nvSpPr>
        <p:spPr>
          <a:xfrm>
            <a:off x="308610" y="1028700"/>
            <a:ext cx="2931900" cy="20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800"/>
              <a:buChar char="•"/>
            </a:pP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zip()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walks two (or more) lists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side by side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/>
          </a:p>
          <a:p>
            <a:pPr indent="-152400" lvl="0" marL="203200" rtl="0" algn="l">
              <a:spcBef>
                <a:spcPts val="800"/>
              </a:spcBef>
              <a:spcAft>
                <a:spcPts val="0"/>
              </a:spcAft>
              <a:buClr>
                <a:srgbClr val="222540"/>
              </a:buClr>
              <a:buSzPts val="800"/>
              <a:buChar char="•"/>
            </a:pP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Each step returns one item from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each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list, in the same order.</a:t>
            </a:r>
            <a:endParaRPr/>
          </a:p>
          <a:p>
            <a:pPr indent="-152400" lvl="0" marL="203200" rtl="0" algn="l">
              <a:spcBef>
                <a:spcPts val="800"/>
              </a:spcBef>
              <a:spcAft>
                <a:spcPts val="0"/>
              </a:spcAft>
              <a:buClr>
                <a:srgbClr val="222540"/>
              </a:buClr>
              <a:buSzPts val="800"/>
              <a:buChar char="•"/>
            </a:pP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Stops automatically at the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shortest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list if lengths differ.</a:t>
            </a:r>
            <a:endParaRPr/>
          </a:p>
        </p:txBody>
      </p:sp>
      <p:pic>
        <p:nvPicPr>
          <p:cNvPr descr="zip_fn.png" id="852" name="Google Shape;852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10887" y="889421"/>
            <a:ext cx="4090797" cy="36389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p85"/>
          <p:cNvSpPr/>
          <p:nvPr/>
        </p:nvSpPr>
        <p:spPr>
          <a:xfrm>
            <a:off x="411480" y="466344"/>
            <a:ext cx="72009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</a:pPr>
            <a:r>
              <a:rPr b="1" i="0" lang="en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List Comprehensions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9" name="Google Shape;859;p85"/>
          <p:cNvSpPr/>
          <p:nvPr/>
        </p:nvSpPr>
        <p:spPr>
          <a:xfrm>
            <a:off x="411480" y="1097280"/>
            <a:ext cx="8092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125"/>
              <a:buFont typeface="Roboto"/>
              <a:buNone/>
            </a:pPr>
            <a:r>
              <a:rPr b="1" lang="en" sz="1125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Syntax: </a:t>
            </a:r>
            <a:r>
              <a:rPr b="1" lang="en" sz="1125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     </a:t>
            </a:r>
            <a:r>
              <a:rPr b="1" i="0" lang="en" sz="1125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[</a:t>
            </a:r>
            <a:r>
              <a:rPr b="1" i="0" lang="en" sz="1125" u="none" cap="none" strike="noStrik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expression</a:t>
            </a:r>
            <a:r>
              <a:rPr b="1" i="0" lang="en" sz="1125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 for </a:t>
            </a:r>
            <a:r>
              <a:rPr b="1" i="0" lang="en" sz="1125" u="none" cap="none" strike="noStrik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item</a:t>
            </a:r>
            <a:r>
              <a:rPr b="1" i="0" lang="en" sz="1125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 in </a:t>
            </a:r>
            <a:r>
              <a:rPr b="1" i="0" lang="en" sz="1125" u="none" cap="none" strike="noStrik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iterable</a:t>
            </a:r>
            <a:r>
              <a:rPr b="1" i="0" lang="en" sz="1125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 if </a:t>
            </a:r>
            <a:r>
              <a:rPr b="1" i="0" lang="en" sz="1125" u="none" cap="none" strike="noStrik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condition</a:t>
            </a:r>
            <a:r>
              <a:rPr b="1" i="0" lang="en" sz="1125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0" name="Google Shape;860;p85"/>
          <p:cNvSpPr/>
          <p:nvPr/>
        </p:nvSpPr>
        <p:spPr>
          <a:xfrm>
            <a:off x="411480" y="1440180"/>
            <a:ext cx="257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013"/>
              <a:buFont typeface="Roboto"/>
              <a:buNone/>
            </a:pPr>
            <a:r>
              <a:rPr b="1" i="0" lang="en" sz="101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Basic — Squares</a:t>
            </a:r>
            <a:endParaRPr b="0" i="0" sz="101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./imgs/code_hl/comp_squares.png" id="861" name="Google Shape;861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1714500"/>
            <a:ext cx="2571749" cy="1449008"/>
          </a:xfrm>
          <a:prstGeom prst="rect">
            <a:avLst/>
          </a:prstGeom>
          <a:noFill/>
          <a:ln>
            <a:noFill/>
          </a:ln>
        </p:spPr>
      </p:pic>
      <p:sp>
        <p:nvSpPr>
          <p:cNvPr id="862" name="Google Shape;862;p85"/>
          <p:cNvSpPr/>
          <p:nvPr/>
        </p:nvSpPr>
        <p:spPr>
          <a:xfrm>
            <a:off x="3175254" y="1440180"/>
            <a:ext cx="257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013"/>
              <a:buFont typeface="Roboto"/>
              <a:buNone/>
            </a:pPr>
            <a:r>
              <a:rPr b="1" i="0" lang="en" sz="101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With Filter — Evens</a:t>
            </a:r>
            <a:endParaRPr b="0" i="0" sz="101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./imgs/code_hl/comp_evens.png" id="863" name="Google Shape;863;p8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75254" y="1714500"/>
            <a:ext cx="2571750" cy="1577085"/>
          </a:xfrm>
          <a:prstGeom prst="rect">
            <a:avLst/>
          </a:prstGeom>
          <a:noFill/>
          <a:ln>
            <a:noFill/>
          </a:ln>
        </p:spPr>
      </p:pic>
      <p:sp>
        <p:nvSpPr>
          <p:cNvPr id="864" name="Google Shape;864;p85"/>
          <p:cNvSpPr/>
          <p:nvPr/>
        </p:nvSpPr>
        <p:spPr>
          <a:xfrm>
            <a:off x="5939028" y="1440180"/>
            <a:ext cx="257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013"/>
              <a:buFont typeface="Roboto"/>
              <a:buNone/>
            </a:pPr>
            <a:r>
              <a:rPr b="1" i="0" lang="en" sz="101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Dict Comprehension</a:t>
            </a:r>
            <a:endParaRPr b="0" i="0" sz="101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./imgs/code_hl/comp_dict.png" id="865" name="Google Shape;865;p8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939028" y="1714500"/>
            <a:ext cx="2571749" cy="1449008"/>
          </a:xfrm>
          <a:prstGeom prst="rect">
            <a:avLst/>
          </a:prstGeom>
          <a:noFill/>
          <a:ln>
            <a:noFill/>
          </a:ln>
        </p:spPr>
      </p:pic>
      <p:sp>
        <p:nvSpPr>
          <p:cNvPr id="866" name="Google Shape;866;p85"/>
          <p:cNvSpPr/>
          <p:nvPr/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085"/>
              </a:buClr>
              <a:buSzPts val="750"/>
              <a:buFont typeface="Roboto"/>
              <a:buNone/>
            </a:pPr>
            <a:r>
              <a:rPr b="0" i="0" lang="en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rPr>
              <a:t>13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0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p86"/>
          <p:cNvSpPr txBox="1"/>
          <p:nvPr>
            <p:ph type="title"/>
          </p:nvPr>
        </p:nvSpPr>
        <p:spPr>
          <a:xfrm>
            <a:off x="462915" y="1491615"/>
            <a:ext cx="5658000" cy="6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"/>
              <a:buNone/>
            </a:pPr>
            <a:r>
              <a:rPr lang="en"/>
              <a:t>Practices</a:t>
            </a:r>
            <a:r>
              <a:rPr b="1" lang="en" sz="3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: Foundations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5" name="Shape 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Google Shape;876;p87"/>
          <p:cNvSpPr txBox="1"/>
          <p:nvPr>
            <p:ph type="title"/>
          </p:nvPr>
        </p:nvSpPr>
        <p:spPr>
          <a:xfrm>
            <a:off x="462915" y="1491615"/>
            <a:ext cx="5658000" cy="6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"/>
              <a:buNone/>
            </a:pPr>
            <a:r>
              <a:rPr b="1" lang="en" sz="3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Part 1: Loop </a:t>
            </a:r>
            <a:r>
              <a:rPr lang="en"/>
              <a:t>with </a:t>
            </a:r>
            <a:r>
              <a:rPr lang="en">
                <a:solidFill>
                  <a:srgbClr val="FFFF00"/>
                </a:solidFill>
              </a:rPr>
              <a:t>For Loop</a:t>
            </a:r>
            <a:endParaRPr>
              <a:solidFill>
                <a:srgbClr val="FFFF0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Google Shape;881;p88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 1: Loop with For Loop</a:t>
            </a:r>
            <a:endParaRPr/>
          </a:p>
        </p:txBody>
      </p:sp>
      <p:sp>
        <p:nvSpPr>
          <p:cNvPr descr="Step 1 badge" id="882" name="Google Shape;882;p88"/>
          <p:cNvSpPr/>
          <p:nvPr/>
        </p:nvSpPr>
        <p:spPr>
          <a:xfrm>
            <a:off x="411480" y="685800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3" name="Google Shape;883;p88"/>
          <p:cNvSpPr txBox="1"/>
          <p:nvPr>
            <p:ph idx="2" type="body"/>
          </p:nvPr>
        </p:nvSpPr>
        <p:spPr>
          <a:xfrm>
            <a:off x="411480" y="685800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/>
          </a:p>
        </p:txBody>
      </p:sp>
      <p:sp>
        <p:nvSpPr>
          <p:cNvPr id="884" name="Google Shape;884;p88"/>
          <p:cNvSpPr txBox="1"/>
          <p:nvPr>
            <p:ph idx="3" type="body"/>
          </p:nvPr>
        </p:nvSpPr>
        <p:spPr>
          <a:xfrm>
            <a:off x="877824" y="699516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Count from 1 to 10</a:t>
            </a:r>
            <a:endParaRPr/>
          </a:p>
        </p:txBody>
      </p:sp>
      <p:sp>
        <p:nvSpPr>
          <p:cNvPr id="885" name="Google Shape;885;p88"/>
          <p:cNvSpPr txBox="1"/>
          <p:nvPr>
            <p:ph idx="4" type="body"/>
          </p:nvPr>
        </p:nvSpPr>
        <p:spPr>
          <a:xfrm>
            <a:off x="411480" y="1200150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Print the numbers from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to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/>
          </a:p>
          <a:p>
            <a:pPr indent="-152400" lvl="1" marL="482600" rtl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600"/>
              <a:buChar char="○"/>
            </a:pPr>
            <a:r>
              <a:rPr lang="en" sz="8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Hint: use range(1, 11)</a:t>
            </a:r>
            <a:endParaRPr/>
          </a:p>
        </p:txBody>
      </p:sp>
      <p:sp>
        <p:nvSpPr>
          <p:cNvPr descr="Step 2 badge" id="886" name="Google Shape;886;p88"/>
          <p:cNvSpPr/>
          <p:nvPr/>
        </p:nvSpPr>
        <p:spPr>
          <a:xfrm>
            <a:off x="4684014" y="685800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7" name="Google Shape;887;p88"/>
          <p:cNvSpPr txBox="1"/>
          <p:nvPr>
            <p:ph idx="9" type="body"/>
          </p:nvPr>
        </p:nvSpPr>
        <p:spPr>
          <a:xfrm>
            <a:off x="4684014" y="685800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/>
          </a:p>
        </p:txBody>
      </p:sp>
      <p:sp>
        <p:nvSpPr>
          <p:cNvPr id="888" name="Google Shape;888;p88"/>
          <p:cNvSpPr txBox="1"/>
          <p:nvPr>
            <p:ph idx="13" type="body"/>
          </p:nvPr>
        </p:nvSpPr>
        <p:spPr>
          <a:xfrm>
            <a:off x="5150358" y="699516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Print Even Numbers</a:t>
            </a:r>
            <a:endParaRPr/>
          </a:p>
        </p:txBody>
      </p:sp>
      <p:sp>
        <p:nvSpPr>
          <p:cNvPr id="889" name="Google Shape;889;p88"/>
          <p:cNvSpPr txBox="1"/>
          <p:nvPr>
            <p:ph idx="14" type="body"/>
          </p:nvPr>
        </p:nvSpPr>
        <p:spPr>
          <a:xfrm>
            <a:off x="4684014" y="1200150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Print every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even number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from 2 to 20 (inclusive).</a:t>
            </a:r>
            <a:endParaRPr/>
          </a:p>
          <a:p>
            <a:pPr indent="-152400" lvl="1" marL="482600" rtl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600"/>
              <a:buChar char="○"/>
            </a:pPr>
            <a:r>
              <a:rPr lang="en" sz="8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Hint: use a step of 2 in range() or using %</a:t>
            </a:r>
            <a:endParaRPr/>
          </a:p>
        </p:txBody>
      </p:sp>
      <p:sp>
        <p:nvSpPr>
          <p:cNvPr descr="Step 3 badge" id="890" name="Google Shape;890;p88"/>
          <p:cNvSpPr/>
          <p:nvPr/>
        </p:nvSpPr>
        <p:spPr>
          <a:xfrm>
            <a:off x="401227" y="2459688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1" name="Google Shape;891;p88"/>
          <p:cNvSpPr txBox="1"/>
          <p:nvPr>
            <p:ph idx="2" type="body"/>
          </p:nvPr>
        </p:nvSpPr>
        <p:spPr>
          <a:xfrm>
            <a:off x="401227" y="2459688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/>
          </a:p>
        </p:txBody>
      </p:sp>
      <p:sp>
        <p:nvSpPr>
          <p:cNvPr id="892" name="Google Shape;892;p88"/>
          <p:cNvSpPr txBox="1"/>
          <p:nvPr>
            <p:ph idx="3" type="body"/>
          </p:nvPr>
        </p:nvSpPr>
        <p:spPr>
          <a:xfrm>
            <a:off x="867571" y="2473404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Sum of Numbers</a:t>
            </a:r>
            <a:endParaRPr/>
          </a:p>
        </p:txBody>
      </p:sp>
      <p:sp>
        <p:nvSpPr>
          <p:cNvPr id="893" name="Google Shape;893;p88"/>
          <p:cNvSpPr txBox="1"/>
          <p:nvPr>
            <p:ph idx="4" type="body"/>
          </p:nvPr>
        </p:nvSpPr>
        <p:spPr>
          <a:xfrm>
            <a:off x="401227" y="2974038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Calculate and print the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sum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of all numbers from 1 to 100.</a:t>
            </a:r>
            <a:endParaRPr/>
          </a:p>
        </p:txBody>
      </p:sp>
      <p:sp>
        <p:nvSpPr>
          <p:cNvPr descr="Step 4 badge" id="894" name="Google Shape;894;p88"/>
          <p:cNvSpPr/>
          <p:nvPr/>
        </p:nvSpPr>
        <p:spPr>
          <a:xfrm>
            <a:off x="4673761" y="2459688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5" name="Google Shape;895;p88"/>
          <p:cNvSpPr txBox="1"/>
          <p:nvPr>
            <p:ph idx="9" type="body"/>
          </p:nvPr>
        </p:nvSpPr>
        <p:spPr>
          <a:xfrm>
            <a:off x="4673761" y="2459688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/>
          </a:p>
        </p:txBody>
      </p:sp>
      <p:sp>
        <p:nvSpPr>
          <p:cNvPr id="896" name="Google Shape;896;p88"/>
          <p:cNvSpPr txBox="1"/>
          <p:nvPr>
            <p:ph idx="13" type="body"/>
          </p:nvPr>
        </p:nvSpPr>
        <p:spPr>
          <a:xfrm>
            <a:off x="5140105" y="2473404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Loop Through a List</a:t>
            </a:r>
            <a:endParaRPr/>
          </a:p>
        </p:txBody>
      </p:sp>
      <p:sp>
        <p:nvSpPr>
          <p:cNvPr id="897" name="Google Shape;897;p88"/>
          <p:cNvSpPr txBox="1"/>
          <p:nvPr>
            <p:ph idx="14" type="body"/>
          </p:nvPr>
        </p:nvSpPr>
        <p:spPr>
          <a:xfrm>
            <a:off x="4673761" y="2974038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Given the list: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[</a:t>
            </a:r>
            <a:r>
              <a:rPr lang="en">
                <a:solidFill>
                  <a:srgbClr val="D84568"/>
                </a:solidFill>
              </a:rPr>
              <a:t>‘a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pple</a:t>
            </a:r>
            <a:r>
              <a:rPr lang="en">
                <a:solidFill>
                  <a:srgbClr val="D84568"/>
                </a:solidFill>
              </a:rPr>
              <a:t>’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>
                <a:solidFill>
                  <a:srgbClr val="D84568"/>
                </a:solidFill>
              </a:rPr>
              <a:t>‘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banana</a:t>
            </a:r>
            <a:r>
              <a:rPr lang="en">
                <a:solidFill>
                  <a:srgbClr val="D84568"/>
                </a:solidFill>
              </a:rPr>
              <a:t>’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>
                <a:solidFill>
                  <a:srgbClr val="D84568"/>
                </a:solidFill>
              </a:rPr>
              <a:t>‘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cherry</a:t>
            </a:r>
            <a:r>
              <a:rPr lang="en">
                <a:solidFill>
                  <a:srgbClr val="D84568"/>
                </a:solidFill>
              </a:rPr>
              <a:t>’]</a:t>
            </a:r>
            <a:endParaRPr/>
          </a:p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print each fruit on its own line.</a:t>
            </a:r>
            <a:endParaRPr/>
          </a:p>
        </p:txBody>
      </p:sp>
      <p:sp>
        <p:nvSpPr>
          <p:cNvPr id="898" name="Google Shape;898;p88"/>
          <p:cNvSpPr txBox="1"/>
          <p:nvPr/>
        </p:nvSpPr>
        <p:spPr>
          <a:xfrm>
            <a:off x="401305" y="1783050"/>
            <a:ext cx="4046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75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b="1" sz="975">
              <a:solidFill>
                <a:srgbClr val="D845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9" name="Google Shape;899;p88"/>
          <p:cNvSpPr txBox="1"/>
          <p:nvPr/>
        </p:nvSpPr>
        <p:spPr>
          <a:xfrm>
            <a:off x="744125" y="2023075"/>
            <a:ext cx="3879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1, 2, 3, 4, 5, 6, 7, 8, 9, 10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0" name="Google Shape;900;p88"/>
          <p:cNvSpPr txBox="1"/>
          <p:nvPr/>
        </p:nvSpPr>
        <p:spPr>
          <a:xfrm>
            <a:off x="4673839" y="1783050"/>
            <a:ext cx="4046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75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b="1" sz="975">
              <a:solidFill>
                <a:srgbClr val="D845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1" name="Google Shape;901;p88"/>
          <p:cNvSpPr txBox="1"/>
          <p:nvPr/>
        </p:nvSpPr>
        <p:spPr>
          <a:xfrm>
            <a:off x="4840592" y="2023075"/>
            <a:ext cx="3879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2, 4, 6, 8, 10, 12, 14, 16, 18, 20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2" name="Google Shape;902;p88"/>
          <p:cNvSpPr txBox="1"/>
          <p:nvPr/>
        </p:nvSpPr>
        <p:spPr>
          <a:xfrm>
            <a:off x="378519" y="3427476"/>
            <a:ext cx="4046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75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b="1" sz="975">
              <a:solidFill>
                <a:srgbClr val="D845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3" name="Google Shape;903;p88"/>
          <p:cNvSpPr txBox="1"/>
          <p:nvPr/>
        </p:nvSpPr>
        <p:spPr>
          <a:xfrm>
            <a:off x="754375" y="3667500"/>
            <a:ext cx="39267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Sum: 5050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4" name="Google Shape;904;p88"/>
          <p:cNvSpPr txBox="1"/>
          <p:nvPr/>
        </p:nvSpPr>
        <p:spPr>
          <a:xfrm>
            <a:off x="4651053" y="3427476"/>
            <a:ext cx="4046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75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b="1" sz="975">
              <a:solidFill>
                <a:srgbClr val="D845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5" name="Google Shape;905;p88"/>
          <p:cNvSpPr txBox="1"/>
          <p:nvPr/>
        </p:nvSpPr>
        <p:spPr>
          <a:xfrm>
            <a:off x="4893909" y="3667500"/>
            <a:ext cx="3803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apple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0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banana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0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cherry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89"/>
          <p:cNvSpPr txBox="1"/>
          <p:nvPr>
            <p:ph type="title"/>
          </p:nvPr>
        </p:nvSpPr>
        <p:spPr>
          <a:xfrm>
            <a:off x="462915" y="1491615"/>
            <a:ext cx="5658000" cy="6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"/>
              <a:buNone/>
            </a:pPr>
            <a:r>
              <a:rPr b="1" lang="en" sz="3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Part 2: Loops </a:t>
            </a:r>
            <a:r>
              <a:rPr lang="en"/>
              <a:t>with </a:t>
            </a:r>
            <a:r>
              <a:rPr lang="en">
                <a:solidFill>
                  <a:srgbClr val="FFFF00"/>
                </a:solidFill>
              </a:rPr>
              <a:t>While</a:t>
            </a:r>
            <a:endParaRPr>
              <a:solidFill>
                <a:srgbClr val="FFFF00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4" name="Shape 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p90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 2: Loops with While</a:t>
            </a:r>
            <a:endParaRPr/>
          </a:p>
        </p:txBody>
      </p:sp>
      <p:sp>
        <p:nvSpPr>
          <p:cNvPr descr="Step 5 badge" id="916" name="Google Shape;916;p90"/>
          <p:cNvSpPr/>
          <p:nvPr/>
        </p:nvSpPr>
        <p:spPr>
          <a:xfrm>
            <a:off x="411480" y="685800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7" name="Google Shape;917;p90"/>
          <p:cNvSpPr txBox="1"/>
          <p:nvPr>
            <p:ph idx="2" type="body"/>
          </p:nvPr>
        </p:nvSpPr>
        <p:spPr>
          <a:xfrm>
            <a:off x="411480" y="685800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/>
          </a:p>
        </p:txBody>
      </p:sp>
      <p:sp>
        <p:nvSpPr>
          <p:cNvPr id="918" name="Google Shape;918;p90"/>
          <p:cNvSpPr txBox="1"/>
          <p:nvPr>
            <p:ph idx="3" type="body"/>
          </p:nvPr>
        </p:nvSpPr>
        <p:spPr>
          <a:xfrm>
            <a:off x="877824" y="699516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Countdown</a:t>
            </a:r>
            <a:endParaRPr/>
          </a:p>
        </p:txBody>
      </p:sp>
      <p:sp>
        <p:nvSpPr>
          <p:cNvPr id="919" name="Google Shape;919;p90"/>
          <p:cNvSpPr txBox="1"/>
          <p:nvPr>
            <p:ph idx="4" type="body"/>
          </p:nvPr>
        </p:nvSpPr>
        <p:spPr>
          <a:xfrm>
            <a:off x="411480" y="1200150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/>
              <a:t>Countdown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from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to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/>
          </a:p>
          <a:p>
            <a:pPr indent="-152400" lvl="0" marL="203200" rtl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Then print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"</a:t>
            </a:r>
            <a:r>
              <a:rPr lang="en">
                <a:solidFill>
                  <a:srgbClr val="D84568"/>
                </a:solidFill>
              </a:rPr>
              <a:t>Done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!"</a:t>
            </a:r>
            <a:endParaRPr/>
          </a:p>
        </p:txBody>
      </p:sp>
      <p:sp>
        <p:nvSpPr>
          <p:cNvPr descr="Step 6 badge" id="920" name="Google Shape;920;p90"/>
          <p:cNvSpPr/>
          <p:nvPr/>
        </p:nvSpPr>
        <p:spPr>
          <a:xfrm>
            <a:off x="4684014" y="685800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1" name="Google Shape;921;p90"/>
          <p:cNvSpPr txBox="1"/>
          <p:nvPr>
            <p:ph idx="9" type="body"/>
          </p:nvPr>
        </p:nvSpPr>
        <p:spPr>
          <a:xfrm>
            <a:off x="4684014" y="685800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6</a:t>
            </a:r>
            <a:endParaRPr/>
          </a:p>
        </p:txBody>
      </p:sp>
      <p:sp>
        <p:nvSpPr>
          <p:cNvPr id="922" name="Google Shape;922;p90"/>
          <p:cNvSpPr txBox="1"/>
          <p:nvPr>
            <p:ph idx="13" type="body"/>
          </p:nvPr>
        </p:nvSpPr>
        <p:spPr>
          <a:xfrm>
            <a:off x="5150358" y="699516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Multiplication Table</a:t>
            </a:r>
            <a:endParaRPr/>
          </a:p>
        </p:txBody>
      </p:sp>
      <p:sp>
        <p:nvSpPr>
          <p:cNvPr id="923" name="Google Shape;923;p90"/>
          <p:cNvSpPr txBox="1"/>
          <p:nvPr>
            <p:ph idx="14" type="body"/>
          </p:nvPr>
        </p:nvSpPr>
        <p:spPr>
          <a:xfrm>
            <a:off x="4684014" y="1200150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Print the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5 times table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— from 5 x 1 up to 5 x 10.</a:t>
            </a:r>
            <a:endParaRPr/>
          </a:p>
        </p:txBody>
      </p:sp>
      <p:sp>
        <p:nvSpPr>
          <p:cNvPr descr="Step 7 badge" id="924" name="Google Shape;924;p90"/>
          <p:cNvSpPr/>
          <p:nvPr/>
        </p:nvSpPr>
        <p:spPr>
          <a:xfrm>
            <a:off x="412614" y="2921663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5" name="Google Shape;925;p90"/>
          <p:cNvSpPr txBox="1"/>
          <p:nvPr>
            <p:ph idx="2" type="body"/>
          </p:nvPr>
        </p:nvSpPr>
        <p:spPr>
          <a:xfrm>
            <a:off x="412614" y="2921663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endParaRPr/>
          </a:p>
        </p:txBody>
      </p:sp>
      <p:sp>
        <p:nvSpPr>
          <p:cNvPr id="926" name="Google Shape;926;p90"/>
          <p:cNvSpPr txBox="1"/>
          <p:nvPr>
            <p:ph idx="3" type="body"/>
          </p:nvPr>
        </p:nvSpPr>
        <p:spPr>
          <a:xfrm>
            <a:off x="878958" y="2935378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Count Vowels in a String</a:t>
            </a:r>
            <a:endParaRPr/>
          </a:p>
        </p:txBody>
      </p:sp>
      <p:sp>
        <p:nvSpPr>
          <p:cNvPr id="927" name="Google Shape;927;p90"/>
          <p:cNvSpPr txBox="1"/>
          <p:nvPr>
            <p:ph idx="4" type="body"/>
          </p:nvPr>
        </p:nvSpPr>
        <p:spPr>
          <a:xfrm>
            <a:off x="412625" y="3436026"/>
            <a:ext cx="4046100" cy="6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Count how many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vowels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(a, e, i, o, u) appear in "programming".</a:t>
            </a:r>
            <a:endParaRPr/>
          </a:p>
        </p:txBody>
      </p:sp>
      <p:sp>
        <p:nvSpPr>
          <p:cNvPr descr="Step 8 badge" id="928" name="Google Shape;928;p90"/>
          <p:cNvSpPr/>
          <p:nvPr/>
        </p:nvSpPr>
        <p:spPr>
          <a:xfrm>
            <a:off x="4685148" y="2921663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9" name="Google Shape;929;p90"/>
          <p:cNvSpPr txBox="1"/>
          <p:nvPr>
            <p:ph idx="9" type="body"/>
          </p:nvPr>
        </p:nvSpPr>
        <p:spPr>
          <a:xfrm>
            <a:off x="4685148" y="2921663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8</a:t>
            </a:r>
            <a:endParaRPr/>
          </a:p>
        </p:txBody>
      </p:sp>
      <p:sp>
        <p:nvSpPr>
          <p:cNvPr id="930" name="Google Shape;930;p90"/>
          <p:cNvSpPr txBox="1"/>
          <p:nvPr>
            <p:ph idx="13" type="body"/>
          </p:nvPr>
        </p:nvSpPr>
        <p:spPr>
          <a:xfrm>
            <a:off x="5151492" y="2935378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Find the Largest Number</a:t>
            </a:r>
            <a:endParaRPr/>
          </a:p>
        </p:txBody>
      </p:sp>
      <p:sp>
        <p:nvSpPr>
          <p:cNvPr id="931" name="Google Shape;931;p90"/>
          <p:cNvSpPr txBox="1"/>
          <p:nvPr>
            <p:ph idx="14" type="body"/>
          </p:nvPr>
        </p:nvSpPr>
        <p:spPr>
          <a:xfrm>
            <a:off x="4685154" y="3436026"/>
            <a:ext cx="4046100" cy="6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Find the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largest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value in [14, 58, 2, 99, 43].</a:t>
            </a:r>
            <a:endParaRPr/>
          </a:p>
          <a:p>
            <a:pPr indent="-152400" lvl="1" marL="482600" rtl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600"/>
              <a:buChar char="○"/>
            </a:pPr>
            <a:r>
              <a:rPr lang="en"/>
              <a:t>Hint: Game </a:t>
            </a:r>
            <a:endParaRPr/>
          </a:p>
          <a:p>
            <a:pPr indent="-152400" lvl="1" marL="482600" rtl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600"/>
              <a:buChar char="○"/>
            </a:pPr>
            <a:r>
              <a:rPr lang="en" sz="8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Constraint: don't use max()</a:t>
            </a:r>
            <a:endParaRPr/>
          </a:p>
        </p:txBody>
      </p:sp>
      <p:sp>
        <p:nvSpPr>
          <p:cNvPr id="932" name="Google Shape;932;p90"/>
          <p:cNvSpPr txBox="1"/>
          <p:nvPr/>
        </p:nvSpPr>
        <p:spPr>
          <a:xfrm>
            <a:off x="401300" y="1710170"/>
            <a:ext cx="4046100" cy="199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75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b="1" sz="975">
              <a:solidFill>
                <a:srgbClr val="D845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3" name="Google Shape;933;p90"/>
          <p:cNvSpPr txBox="1"/>
          <p:nvPr/>
        </p:nvSpPr>
        <p:spPr>
          <a:xfrm>
            <a:off x="683750" y="1942650"/>
            <a:ext cx="3763800" cy="863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10, 9, 8, 7, 6, 5, 4, 3, 2, 1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0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Done!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4" name="Google Shape;934;p90"/>
          <p:cNvSpPr txBox="1"/>
          <p:nvPr/>
        </p:nvSpPr>
        <p:spPr>
          <a:xfrm>
            <a:off x="4673842" y="1710170"/>
            <a:ext cx="4046100" cy="199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75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b="1" sz="975">
              <a:solidFill>
                <a:srgbClr val="D845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5" name="Google Shape;935;p90"/>
          <p:cNvSpPr txBox="1"/>
          <p:nvPr/>
        </p:nvSpPr>
        <p:spPr>
          <a:xfrm>
            <a:off x="5028050" y="1942650"/>
            <a:ext cx="3691800" cy="863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5 x 1 = 5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0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5 x 2 = 10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0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...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0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5 x 10 = 50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6" name="Google Shape;936;p90"/>
          <p:cNvSpPr txBox="1"/>
          <p:nvPr/>
        </p:nvSpPr>
        <p:spPr>
          <a:xfrm>
            <a:off x="401305" y="4111439"/>
            <a:ext cx="4046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75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b="1" sz="975">
              <a:solidFill>
                <a:srgbClr val="D845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7" name="Google Shape;937;p90"/>
          <p:cNvSpPr txBox="1"/>
          <p:nvPr/>
        </p:nvSpPr>
        <p:spPr>
          <a:xfrm>
            <a:off x="815550" y="4351475"/>
            <a:ext cx="3844500" cy="2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Vowel count: 3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8" name="Google Shape;938;p90"/>
          <p:cNvSpPr txBox="1"/>
          <p:nvPr/>
        </p:nvSpPr>
        <p:spPr>
          <a:xfrm>
            <a:off x="4673839" y="4111439"/>
            <a:ext cx="4046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75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b="1" sz="975">
              <a:solidFill>
                <a:srgbClr val="D845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9" name="Google Shape;939;p90"/>
          <p:cNvSpPr txBox="1"/>
          <p:nvPr/>
        </p:nvSpPr>
        <p:spPr>
          <a:xfrm>
            <a:off x="4875335" y="4351475"/>
            <a:ext cx="3844500" cy="2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Largest number: 99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3" name="Shape 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Google Shape;944;p91"/>
          <p:cNvSpPr txBox="1"/>
          <p:nvPr>
            <p:ph type="title"/>
          </p:nvPr>
        </p:nvSpPr>
        <p:spPr>
          <a:xfrm>
            <a:off x="462915" y="1491615"/>
            <a:ext cx="5658000" cy="6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"/>
              <a:buNone/>
            </a:pPr>
            <a:r>
              <a:rPr lang="en"/>
              <a:t>Practices</a:t>
            </a:r>
            <a:r>
              <a:rPr b="1" lang="en" sz="3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en"/>
              <a:t>More with loop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92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Practices: More with loop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950" name="Google Shape;950;p92"/>
          <p:cNvSpPr txBox="1"/>
          <p:nvPr>
            <p:ph idx="2" type="body"/>
          </p:nvPr>
        </p:nvSpPr>
        <p:spPr>
          <a:xfrm>
            <a:off x="240030" y="685800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/>
          </a:p>
        </p:txBody>
      </p:sp>
      <p:sp>
        <p:nvSpPr>
          <p:cNvPr id="951" name="Google Shape;951;p92"/>
          <p:cNvSpPr txBox="1"/>
          <p:nvPr>
            <p:ph idx="3" type="body"/>
          </p:nvPr>
        </p:nvSpPr>
        <p:spPr>
          <a:xfrm>
            <a:off x="877824" y="699516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Transaction Categorization</a:t>
            </a:r>
            <a:endParaRPr/>
          </a:p>
        </p:txBody>
      </p:sp>
      <p:sp>
        <p:nvSpPr>
          <p:cNvPr id="952" name="Google Shape;952;p92"/>
          <p:cNvSpPr txBox="1"/>
          <p:nvPr>
            <p:ph idx="4" type="body"/>
          </p:nvPr>
        </p:nvSpPr>
        <p:spPr>
          <a:xfrm>
            <a:off x="411480" y="1200150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Loop through the account amounts</a:t>
            </a:r>
            <a:endParaRPr/>
          </a:p>
          <a:p>
            <a:pPr indent="-152400" lvl="0" marL="203200" rtl="0" algn="l">
              <a:spcBef>
                <a:spcPts val="60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if/else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: positive -&gt; Income, else -&gt; Expense</a:t>
            </a:r>
            <a:endParaRPr/>
          </a:p>
          <a:p>
            <a:pPr indent="-152400" lvl="0" marL="203200" rtl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Print each amount with its label</a:t>
            </a:r>
            <a:endParaRPr/>
          </a:p>
        </p:txBody>
      </p:sp>
      <p:sp>
        <p:nvSpPr>
          <p:cNvPr id="953" name="Google Shape;953;p92"/>
          <p:cNvSpPr/>
          <p:nvPr/>
        </p:nvSpPr>
        <p:spPr>
          <a:xfrm>
            <a:off x="411480" y="1988820"/>
            <a:ext cx="4046100" cy="1509000"/>
          </a:xfrm>
          <a:prstGeom prst="roundRect">
            <a:avLst>
              <a:gd fmla="val 6000" name="adj"/>
            </a:avLst>
          </a:prstGeom>
          <a:solidFill>
            <a:srgbClr val="27282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4" name="Google Shape;954;p92"/>
          <p:cNvSpPr txBox="1"/>
          <p:nvPr>
            <p:ph idx="6" type="body"/>
          </p:nvPr>
        </p:nvSpPr>
        <p:spPr>
          <a:xfrm>
            <a:off x="582930" y="2160270"/>
            <a:ext cx="37032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amounts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[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150.0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45.5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12.0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3000.0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8.99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75715E"/>
              </a:buClr>
              <a:buSzPts val="900"/>
              <a:buNone/>
            </a:pPr>
            <a:r>
              <a:rPr b="0" i="0" lang="en" sz="900">
                <a:solidFill>
                  <a:srgbClr val="75715E"/>
                </a:solidFill>
                <a:latin typeface="Consolas"/>
                <a:ea typeface="Consolas"/>
                <a:cs typeface="Consolas"/>
                <a:sym typeface="Consolas"/>
              </a:rPr>
              <a:t># TODO: for each amount, print Income or Expense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66D9EF"/>
              </a:buClr>
              <a:buSzPts val="900"/>
              <a:buNone/>
            </a:pP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amt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amounts: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pass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66D9E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5" name="Google Shape;955;p92"/>
          <p:cNvSpPr txBox="1"/>
          <p:nvPr>
            <p:ph idx="7" type="body"/>
          </p:nvPr>
        </p:nvSpPr>
        <p:spPr>
          <a:xfrm>
            <a:off x="411480" y="3840480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$150.00 -&gt; Income</a:t>
            </a:r>
            <a:endParaRPr/>
          </a:p>
          <a:p>
            <a:pPr indent="0" lvl="0" marL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-$45.50 -&gt; Expense</a:t>
            </a:r>
            <a:endParaRPr/>
          </a:p>
          <a:p>
            <a:pPr indent="0" lvl="0" marL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-$12.00 -&gt; Expense</a:t>
            </a:r>
            <a:endParaRPr/>
          </a:p>
          <a:p>
            <a:pPr indent="0" lvl="0" marL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$3000.00 -&gt; Income</a:t>
            </a:r>
            <a:endParaRPr/>
          </a:p>
          <a:p>
            <a:pPr indent="0" lvl="0" marL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-$8.99 -&gt; Expense</a:t>
            </a:r>
            <a:endParaRPr/>
          </a:p>
        </p:txBody>
      </p:sp>
      <p:sp>
        <p:nvSpPr>
          <p:cNvPr id="956" name="Google Shape;956;p92"/>
          <p:cNvSpPr txBox="1"/>
          <p:nvPr>
            <p:ph idx="8" type="body"/>
          </p:nvPr>
        </p:nvSpPr>
        <p:spPr>
          <a:xfrm>
            <a:off x="4512564" y="685800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/>
          </a:p>
        </p:txBody>
      </p:sp>
      <p:sp>
        <p:nvSpPr>
          <p:cNvPr id="957" name="Google Shape;957;p92"/>
          <p:cNvSpPr txBox="1"/>
          <p:nvPr>
            <p:ph idx="9" type="body"/>
          </p:nvPr>
        </p:nvSpPr>
        <p:spPr>
          <a:xfrm>
            <a:off x="5150358" y="699516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High-Value </a:t>
            </a:r>
            <a:r>
              <a:rPr lang="en"/>
              <a:t>Transaction</a:t>
            </a: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 Filter</a:t>
            </a:r>
            <a:endParaRPr/>
          </a:p>
        </p:txBody>
      </p:sp>
      <p:sp>
        <p:nvSpPr>
          <p:cNvPr id="958" name="Google Shape;958;p92"/>
          <p:cNvSpPr txBox="1"/>
          <p:nvPr>
            <p:ph idx="13" type="body"/>
          </p:nvPr>
        </p:nvSpPr>
        <p:spPr>
          <a:xfrm>
            <a:off x="4684014" y="1200150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Loop through daily transaction values</a:t>
            </a:r>
            <a:endParaRPr/>
          </a:p>
          <a:p>
            <a:pPr indent="-152400" lvl="0" marL="203200" rtl="0" algn="l">
              <a:spcBef>
                <a:spcPts val="60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if value &gt; $1,000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: add it to the total</a:t>
            </a:r>
            <a:endParaRPr/>
          </a:p>
          <a:p>
            <a:pPr indent="-152400" lvl="0" marL="203200" rtl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Print the final flagged total</a:t>
            </a:r>
            <a:endParaRPr/>
          </a:p>
        </p:txBody>
      </p:sp>
      <p:sp>
        <p:nvSpPr>
          <p:cNvPr id="959" name="Google Shape;959;p92"/>
          <p:cNvSpPr/>
          <p:nvPr/>
        </p:nvSpPr>
        <p:spPr>
          <a:xfrm>
            <a:off x="4684014" y="1988820"/>
            <a:ext cx="4046100" cy="1509000"/>
          </a:xfrm>
          <a:prstGeom prst="roundRect">
            <a:avLst>
              <a:gd fmla="val 6000" name="adj"/>
            </a:avLst>
          </a:prstGeom>
          <a:solidFill>
            <a:srgbClr val="27282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0" name="Google Shape;960;p92"/>
          <p:cNvSpPr txBox="1"/>
          <p:nvPr>
            <p:ph idx="15" type="body"/>
          </p:nvPr>
        </p:nvSpPr>
        <p:spPr>
          <a:xfrm>
            <a:off x="4855464" y="2160270"/>
            <a:ext cx="37032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values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[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25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499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1200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85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5000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310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total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AE81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75715E"/>
              </a:buClr>
              <a:buSzPts val="900"/>
              <a:buNone/>
            </a:pPr>
            <a:r>
              <a:rPr b="0" i="0" lang="en" sz="900">
                <a:solidFill>
                  <a:srgbClr val="75715E"/>
                </a:solidFill>
                <a:latin typeface="Consolas"/>
                <a:ea typeface="Consolas"/>
                <a:cs typeface="Consolas"/>
                <a:sym typeface="Consolas"/>
              </a:rPr>
              <a:t># TODO: if value &gt; 1000, add to total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66D9EF"/>
              </a:buClr>
              <a:buSzPts val="900"/>
              <a:buNone/>
            </a:pP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v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values: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pass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66D9E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61" name="Google Shape;961;p92"/>
          <p:cNvSpPr txBox="1"/>
          <p:nvPr>
            <p:ph idx="16" type="body"/>
          </p:nvPr>
        </p:nvSpPr>
        <p:spPr>
          <a:xfrm>
            <a:off x="4684014" y="3840480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Total high-value transactions: $6200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5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93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Practices: More with loop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967" name="Google Shape;967;p93"/>
          <p:cNvSpPr txBox="1"/>
          <p:nvPr>
            <p:ph idx="2" type="body"/>
          </p:nvPr>
        </p:nvSpPr>
        <p:spPr>
          <a:xfrm>
            <a:off x="240030" y="685800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/>
          </a:p>
        </p:txBody>
      </p:sp>
      <p:sp>
        <p:nvSpPr>
          <p:cNvPr id="968" name="Google Shape;968;p93"/>
          <p:cNvSpPr txBox="1"/>
          <p:nvPr>
            <p:ph idx="3" type="body"/>
          </p:nvPr>
        </p:nvSpPr>
        <p:spPr>
          <a:xfrm>
            <a:off x="877824" y="699516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Credit Score Classifier</a:t>
            </a:r>
            <a:endParaRPr/>
          </a:p>
        </p:txBody>
      </p:sp>
      <p:sp>
        <p:nvSpPr>
          <p:cNvPr id="969" name="Google Shape;969;p93"/>
          <p:cNvSpPr txBox="1"/>
          <p:nvPr>
            <p:ph idx="4" type="body"/>
          </p:nvPr>
        </p:nvSpPr>
        <p:spPr>
          <a:xfrm>
            <a:off x="411480" y="1200150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if score &gt;= 700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-&gt; Prime</a:t>
            </a:r>
            <a:endParaRPr/>
          </a:p>
          <a:p>
            <a:pPr indent="-152400" lvl="0" marL="203200" rtl="0" algn="l">
              <a:spcBef>
                <a:spcPts val="60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elif 620-699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-&gt; Near-Prime</a:t>
            </a:r>
            <a:endParaRPr/>
          </a:p>
          <a:p>
            <a:pPr indent="-152400" lvl="0" marL="203200" rtl="0" algn="l">
              <a:spcBef>
                <a:spcPts val="60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else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-&gt; Subprime</a:t>
            </a:r>
            <a:endParaRPr/>
          </a:p>
        </p:txBody>
      </p:sp>
      <p:sp>
        <p:nvSpPr>
          <p:cNvPr id="970" name="Google Shape;970;p93"/>
          <p:cNvSpPr/>
          <p:nvPr/>
        </p:nvSpPr>
        <p:spPr>
          <a:xfrm>
            <a:off x="411480" y="1988820"/>
            <a:ext cx="4046100" cy="1509000"/>
          </a:xfrm>
          <a:prstGeom prst="roundRect">
            <a:avLst>
              <a:gd fmla="val 6000" name="adj"/>
            </a:avLst>
          </a:prstGeom>
          <a:solidFill>
            <a:srgbClr val="27282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1" name="Google Shape;971;p93"/>
          <p:cNvSpPr txBox="1"/>
          <p:nvPr>
            <p:ph idx="6" type="body"/>
          </p:nvPr>
        </p:nvSpPr>
        <p:spPr>
          <a:xfrm>
            <a:off x="582930" y="2160270"/>
            <a:ext cx="37032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scores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[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720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580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810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640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520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75715E"/>
              </a:buClr>
              <a:buSzPts val="900"/>
              <a:buNone/>
            </a:pPr>
            <a:r>
              <a:rPr b="0" i="0" lang="en" sz="900">
                <a:solidFill>
                  <a:srgbClr val="75715E"/>
                </a:solidFill>
                <a:latin typeface="Consolas"/>
                <a:ea typeface="Consolas"/>
                <a:cs typeface="Consolas"/>
                <a:sym typeface="Consolas"/>
              </a:rPr>
              <a:t># TODO: if/elif/else classify each score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66D9EF"/>
              </a:buClr>
              <a:buSzPts val="900"/>
              <a:buNone/>
            </a:pP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score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scores: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pass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66D9E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72" name="Google Shape;972;p93"/>
          <p:cNvSpPr txBox="1"/>
          <p:nvPr>
            <p:ph idx="7" type="body"/>
          </p:nvPr>
        </p:nvSpPr>
        <p:spPr>
          <a:xfrm>
            <a:off x="411480" y="3840480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720 -&gt; Prime</a:t>
            </a:r>
            <a:endParaRPr/>
          </a:p>
          <a:p>
            <a:pPr indent="0" lvl="0" marL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580 -&gt; Subprime</a:t>
            </a:r>
            <a:endParaRPr/>
          </a:p>
          <a:p>
            <a:pPr indent="0" lvl="0" marL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810 -&gt; Prime</a:t>
            </a:r>
            <a:endParaRPr/>
          </a:p>
          <a:p>
            <a:pPr indent="0" lvl="0" marL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640 -&gt; Near-Prime</a:t>
            </a:r>
            <a:endParaRPr/>
          </a:p>
          <a:p>
            <a:pPr indent="0" lvl="0" marL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520 -&gt; Subprime</a:t>
            </a:r>
            <a:endParaRPr/>
          </a:p>
        </p:txBody>
      </p:sp>
      <p:sp>
        <p:nvSpPr>
          <p:cNvPr id="973" name="Google Shape;973;p93"/>
          <p:cNvSpPr txBox="1"/>
          <p:nvPr>
            <p:ph idx="8" type="body"/>
          </p:nvPr>
        </p:nvSpPr>
        <p:spPr>
          <a:xfrm>
            <a:off x="4512564" y="685800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/>
          </a:p>
        </p:txBody>
      </p:sp>
      <p:sp>
        <p:nvSpPr>
          <p:cNvPr id="974" name="Google Shape;974;p93"/>
          <p:cNvSpPr txBox="1"/>
          <p:nvPr>
            <p:ph idx="9" type="body"/>
          </p:nvPr>
        </p:nvSpPr>
        <p:spPr>
          <a:xfrm>
            <a:off x="5150358" y="699516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Skip Zero-Fee Accounts</a:t>
            </a:r>
            <a:endParaRPr/>
          </a:p>
        </p:txBody>
      </p:sp>
      <p:sp>
        <p:nvSpPr>
          <p:cNvPr id="975" name="Google Shape;975;p93"/>
          <p:cNvSpPr txBox="1"/>
          <p:nvPr>
            <p:ph idx="13" type="body"/>
          </p:nvPr>
        </p:nvSpPr>
        <p:spPr>
          <a:xfrm>
            <a:off x="4684014" y="1200150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if fee == 0.0: continue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to skip it</a:t>
            </a:r>
            <a:endParaRPr/>
          </a:p>
          <a:p>
            <a:pPr indent="-152400" lvl="0" marL="203200" rtl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Print only the active fee charges</a:t>
            </a:r>
            <a:endParaRPr/>
          </a:p>
          <a:p>
            <a:pPr indent="-152400" lvl="0" marL="203200" rtl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Practice the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continue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keyword</a:t>
            </a:r>
            <a:endParaRPr/>
          </a:p>
        </p:txBody>
      </p:sp>
      <p:sp>
        <p:nvSpPr>
          <p:cNvPr id="976" name="Google Shape;976;p93"/>
          <p:cNvSpPr/>
          <p:nvPr/>
        </p:nvSpPr>
        <p:spPr>
          <a:xfrm>
            <a:off x="4684014" y="1988820"/>
            <a:ext cx="4046100" cy="1509000"/>
          </a:xfrm>
          <a:prstGeom prst="roundRect">
            <a:avLst>
              <a:gd fmla="val 6000" name="adj"/>
            </a:avLst>
          </a:prstGeom>
          <a:solidFill>
            <a:srgbClr val="27282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7" name="Google Shape;977;p93"/>
          <p:cNvSpPr txBox="1"/>
          <p:nvPr>
            <p:ph idx="15" type="body"/>
          </p:nvPr>
        </p:nvSpPr>
        <p:spPr>
          <a:xfrm>
            <a:off x="4855464" y="2160270"/>
            <a:ext cx="37032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fees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[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12.0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0.0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15.0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0.0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8.5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75715E"/>
              </a:buClr>
              <a:buSzPts val="900"/>
              <a:buNone/>
            </a:pPr>
            <a:r>
              <a:rPr b="0" i="0" lang="en" sz="900">
                <a:solidFill>
                  <a:srgbClr val="75715E"/>
                </a:solidFill>
                <a:latin typeface="Consolas"/>
                <a:ea typeface="Consolas"/>
                <a:cs typeface="Consolas"/>
                <a:sym typeface="Consolas"/>
              </a:rPr>
              <a:t># TODO: continue past any $0.0 fee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66D9EF"/>
              </a:buClr>
              <a:buSzPts val="900"/>
              <a:buNone/>
            </a:pP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fee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fees: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pass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66D9E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78" name="Google Shape;978;p93"/>
          <p:cNvSpPr txBox="1"/>
          <p:nvPr>
            <p:ph idx="16" type="body"/>
          </p:nvPr>
        </p:nvSpPr>
        <p:spPr>
          <a:xfrm>
            <a:off x="4684014" y="3840480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Fee: $12.00</a:t>
            </a:r>
            <a:endParaRPr/>
          </a:p>
          <a:p>
            <a:pPr indent="0" lvl="0" marL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Fee: $15.00</a:t>
            </a:r>
            <a:endParaRPr/>
          </a:p>
          <a:p>
            <a:pPr indent="0" lvl="0" marL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Fee: $8.50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2" name="Shape 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Google Shape;983;p94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Practices: More with loop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</a:pPr>
            <a:r>
              <a:t/>
            </a:r>
            <a:endParaRPr/>
          </a:p>
        </p:txBody>
      </p:sp>
      <p:sp>
        <p:nvSpPr>
          <p:cNvPr id="984" name="Google Shape;984;p94"/>
          <p:cNvSpPr/>
          <p:nvPr/>
        </p:nvSpPr>
        <p:spPr>
          <a:xfrm>
            <a:off x="411475" y="1219929"/>
            <a:ext cx="4731900" cy="1420200"/>
          </a:xfrm>
          <a:prstGeom prst="roundRect">
            <a:avLst>
              <a:gd fmla="val 6000" name="adj"/>
            </a:avLst>
          </a:prstGeom>
          <a:solidFill>
            <a:srgbClr val="27282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5" name="Google Shape;985;p94"/>
          <p:cNvSpPr txBox="1"/>
          <p:nvPr>
            <p:ph idx="3" type="body"/>
          </p:nvPr>
        </p:nvSpPr>
        <p:spPr>
          <a:xfrm>
            <a:off x="582925" y="1315896"/>
            <a:ext cx="4389000" cy="122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prices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[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100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102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101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88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82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79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endParaRPr sz="900"/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75715E"/>
              </a:buClr>
              <a:buSzPts val="900"/>
              <a:buNone/>
            </a:pPr>
            <a:r>
              <a:rPr b="0" i="0" lang="en" sz="900">
                <a:solidFill>
                  <a:srgbClr val="75715E"/>
                </a:solidFill>
                <a:latin typeface="Consolas"/>
                <a:ea typeface="Consolas"/>
                <a:cs typeface="Consolas"/>
                <a:sym typeface="Consolas"/>
              </a:rPr>
              <a:t># TODO: if price &lt; 90, print + break</a:t>
            </a:r>
            <a:endParaRPr sz="900"/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66D9EF"/>
              </a:buClr>
              <a:buSzPts val="900"/>
              <a:buNone/>
            </a:pP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price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prices:</a:t>
            </a:r>
            <a:endParaRPr sz="900"/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pass</a:t>
            </a:r>
            <a:endParaRPr sz="900"/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66D9E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6" name="Google Shape;986;p94"/>
          <p:cNvSpPr txBox="1"/>
          <p:nvPr>
            <p:ph idx="4" type="body"/>
          </p:nvPr>
        </p:nvSpPr>
        <p:spPr>
          <a:xfrm>
            <a:off x="5417820" y="651510"/>
            <a:ext cx="329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1350"/>
              <a:buNone/>
            </a:pPr>
            <a:r>
              <a:rPr b="1" lang="en" sz="135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Your task</a:t>
            </a:r>
            <a:endParaRPr sz="1350"/>
          </a:p>
        </p:txBody>
      </p:sp>
      <p:sp>
        <p:nvSpPr>
          <p:cNvPr id="987" name="Google Shape;987;p94"/>
          <p:cNvSpPr txBox="1"/>
          <p:nvPr>
            <p:ph idx="5" type="body"/>
          </p:nvPr>
        </p:nvSpPr>
        <p:spPr>
          <a:xfrm>
            <a:off x="5417820" y="994410"/>
            <a:ext cx="32919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50876" lvl="0" marL="20574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19"/>
              <a:buChar char="●"/>
            </a:pP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Print each trade price as you go</a:t>
            </a:r>
            <a:endParaRPr sz="1050"/>
          </a:p>
          <a:p>
            <a:pPr indent="-150876" lvl="0" marL="205740" rtl="0" algn="l">
              <a:spcBef>
                <a:spcPts val="810"/>
              </a:spcBef>
              <a:spcAft>
                <a:spcPts val="0"/>
              </a:spcAft>
              <a:buClr>
                <a:srgbClr val="D84568"/>
              </a:buClr>
              <a:buSzPts val="819"/>
              <a:buChar char="●"/>
            </a:pP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if price &lt; $90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: print </a:t>
            </a:r>
            <a:r>
              <a:rPr b="1" lang="en" sz="1050">
                <a:solidFill>
                  <a:srgbClr val="222540"/>
                </a:solidFill>
              </a:rPr>
              <a:t>Trading Halted</a:t>
            </a:r>
            <a:endParaRPr b="1" sz="1050"/>
          </a:p>
          <a:p>
            <a:pPr indent="-150876" lvl="0" marL="205740" rtl="0" algn="l">
              <a:spcBef>
                <a:spcPts val="810"/>
              </a:spcBef>
              <a:spcAft>
                <a:spcPts val="0"/>
              </a:spcAft>
              <a:buClr>
                <a:srgbClr val="D84568"/>
              </a:buClr>
              <a:buSzPts val="819"/>
              <a:buChar char="●"/>
            </a:pP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break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immediately — stop processing</a:t>
            </a:r>
            <a:endParaRPr sz="1050"/>
          </a:p>
        </p:txBody>
      </p:sp>
      <p:sp>
        <p:nvSpPr>
          <p:cNvPr id="988" name="Google Shape;988;p94"/>
          <p:cNvSpPr txBox="1"/>
          <p:nvPr>
            <p:ph idx="6" type="body"/>
          </p:nvPr>
        </p:nvSpPr>
        <p:spPr>
          <a:xfrm>
            <a:off x="5417820" y="2178385"/>
            <a:ext cx="32919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100</a:t>
            </a:r>
            <a:endParaRPr sz="900"/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102</a:t>
            </a:r>
            <a:endParaRPr sz="900"/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101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/>
              <a:t>Trading Halted</a:t>
            </a:r>
            <a:endParaRPr/>
          </a:p>
        </p:txBody>
      </p:sp>
      <p:sp>
        <p:nvSpPr>
          <p:cNvPr id="989" name="Google Shape;989;p94"/>
          <p:cNvSpPr/>
          <p:nvPr/>
        </p:nvSpPr>
        <p:spPr>
          <a:xfrm>
            <a:off x="411480" y="685800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0" name="Google Shape;990;p94"/>
          <p:cNvSpPr txBox="1"/>
          <p:nvPr>
            <p:ph idx="2" type="body"/>
          </p:nvPr>
        </p:nvSpPr>
        <p:spPr>
          <a:xfrm>
            <a:off x="240030" y="685800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</a:rPr>
              <a:t>5</a:t>
            </a:r>
            <a:endParaRPr/>
          </a:p>
        </p:txBody>
      </p:sp>
      <p:sp>
        <p:nvSpPr>
          <p:cNvPr id="991" name="Google Shape;991;p94"/>
          <p:cNvSpPr/>
          <p:nvPr/>
        </p:nvSpPr>
        <p:spPr>
          <a:xfrm>
            <a:off x="5417820" y="1938355"/>
            <a:ext cx="3291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000"/>
              <a:buFont typeface="Roboto"/>
              <a:buNone/>
            </a:pPr>
            <a:r>
              <a:rPr b="1" i="0" lang="en" sz="10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