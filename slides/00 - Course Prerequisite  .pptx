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973fc7425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973fc7425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6df9a66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6df9a66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48953a57d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48953a57d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6af4013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6af4013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48953a57d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48953a57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48953a57d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f48953a57d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pages 5–7.</a:t>
            </a:r>
            <a:endParaRPr/>
          </a:p>
        </p:txBody>
      </p:sp>
      <p:sp>
        <p:nvSpPr>
          <p:cNvPr id="146" name="Google Shape;146;g3f48953a57d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48953a57d_0_1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f48953a57d_0_1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pages 8–11.</a:t>
            </a:r>
            <a:endParaRPr/>
          </a:p>
        </p:txBody>
      </p:sp>
      <p:sp>
        <p:nvSpPr>
          <p:cNvPr id="157" name="Google Shape;157;g3f48953a57d_0_1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48953a57d_0_2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f48953a57d_0_2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pages 12–13.</a:t>
            </a:r>
            <a:endParaRPr/>
          </a:p>
        </p:txBody>
      </p:sp>
      <p:sp>
        <p:nvSpPr>
          <p:cNvPr id="169" name="Google Shape;169;g3f48953a57d_0_2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48953a57d_0_3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f48953a57d_0_3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pages 14–18. Browser choice (page 19): pick Chrome + Always.</a:t>
            </a:r>
            <a:endParaRPr/>
          </a:p>
        </p:txBody>
      </p:sp>
      <p:sp>
        <p:nvSpPr>
          <p:cNvPr id="180" name="Google Shape;180;g3f48953a57d_0_3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48953a57d_0_4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48953a57d_0_4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48953a57d_0_4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title"/>
          </p:nvPr>
        </p:nvSpPr>
        <p:spPr>
          <a:xfrm>
            <a:off x="4835400" y="1215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2" name="Google Shape;82;p1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4" name="Google Shape;94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15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TEP_CODE_RIGHT">
  <p:cSld name="S06_STEP_CODE_RIGHT"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06" name="Google Shape;106;p16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4" type="body"/>
          </p:nvPr>
        </p:nvSpPr>
        <p:spPr>
          <a:xfrm>
            <a:off x="4810887" y="822960"/>
            <a:ext cx="40908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13" name="Google Shape;113;p17"/>
          <p:cNvSpPr txBox="1"/>
          <p:nvPr>
            <p:ph idx="2" type="body"/>
          </p:nvPr>
        </p:nvSpPr>
        <p:spPr>
          <a:xfrm>
            <a:off x="480060" y="1371600"/>
            <a:ext cx="81609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C3bOxcILGu4" TargetMode="External"/><Relationship Id="rId4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Course Prerequisite </a:t>
            </a:r>
            <a:endParaRPr/>
          </a:p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Prepared by: SO Vengleab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Date: Jul - 2026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Prerequisite</a:t>
            </a:r>
            <a:r>
              <a:rPr lang="en"/>
              <a:t> 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 3.12+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Anaconda &amp; JupyterLab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 Installed ( Antigravity, Visual Studio Code, Cursor, Windsurf etc)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Python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Installing Python</a:t>
            </a:r>
            <a:endParaRPr/>
          </a:p>
        </p:txBody>
      </p:sp>
      <p:pic>
        <p:nvPicPr>
          <p:cNvPr descr="In this video, learn to download and install Python 3.13.0 on Windows 11. We will also run a sample Python code.&#10;&#10;Python Tutorial (English): https://youtu.be/HakXpkXcjdI&#10;Python Tutorial (Hindi): https://youtu.be/b97WsOM9BYg&#10;Python Study Material: https://studyopedia.com/tutorials/python3/&#10;&#10;Pandas Tutorial (English): https://youtu.be/yFoVs3_wvPo&#10;Pandas Tutorial (Hindi): https://youtu.be/57POFzZ7f60&#10;NumPy Tutorial (English): https://youtu.be/WsENswmSz6M&#10;NumPy Tutorial (Hindi): https://youtu.be/roqStVWNR7Q&#10;Matplotlib Tutorial (English): https://youtu.be/DFBkTIhptOQ&#10;Matplotlib Tutorial (Hindi): https://youtu.be/vBCXsAd_swk&#10;&#10;#Python #Windows #installation&#10;-------------------------------------------------------------------------------------------------------------&#10;✔️My Website - https://studyopedia.com&#10;✔️Join Us: https://bit.ly/3WV9sXK&#10;✔️Get Certified by Studyopedia: https://bit.ly/4ezBcJT&#10;✔️Data Science Tutorial: https://bit.ly/3O7KfGk&#10;✔️Data Analytics Tutorial: https://bit.ly/48MxVTU&#10;&#10;👉  Follow me&#10;LinkedIn - https://bit.ly/3C1CY4v&#10;Instagram - https://bit.ly/3z8Fg1d&#10;-------------------------------------------------------------------------------------------------------------&#10;► Top Free Video Tutorials&#10;Python Tutorial (English)⭐️ https://youtu.be/HakXpkXcjdI&#10;Python Tutorial (Hindi)⭐️ https://youtu.be/b97WsOM9BYg&#10;Pandas Tutorial (English)⭐️https://youtu.be/yFoVs3_wvPo&#10;Pandas Tutorial (Hindi)⭐️https://youtu.be/57POFzZ7f60&#10;NumPy Tutorial (English)⭐️https://youtu.be/WsENswmSz6M&#10;NumPy Tutorial (Hindi)⭐️https://youtu.be/roqStVWNR7Q&#10;Matplotlib Tutorial (English)⭐️https://youtu.be/DFBkTIhptOQ&#10;Matplotlib Tutorial (Hindi)⭐️https://youtu.be/vBCXsAd_swk&#10;Google Colab Tutorial ⭐️https://youtu.be/iMlMfrXJYSg&#10;Anaconda Tutorial ⭐️ https://youtu.be/ovlID7gefzE&#10;PyCharm Tutorial ⭐️https://youtu.be/nixcq6mEGWQ&#10;MySQL Tutorial ⭐️https://youtu.be/fFgdnS1laA0&#10;SQL Tutorial ⭐️https://youtu.be/7dcYlJcGhqk&#10;VS Code Tutorial ⭐️https://youtu.be/mK17Tel7dA8&#10;Visual Studio Tutorial ⭐️https://youtu.be/REG-p_eFNIw&#10;HTML Tutorial ⭐️https://bit.ly/3VHaUvq&#10;jQuery Tutorial (English)⭐️https://youtu.be/5BTWmXFOKlc&#10;jQuery Tutorial (Hindi)⭐️https://youtu.be/bvmAsDvQ1NM&#10;Bootstrap Tutorial⭐️https://youtu.be/nahewStckVU &#10;MySQL Workbench Tutorial: https://youtu.be/UzodkZUt5JY&#10;&#10;►  Programming - Free Study Material (Downloadable)&#10;Python ⭐️https://studyopedia.com/tutorials/python3&#10;Numpy ⭐️https://studyopedia.com/tutorials/numpy&#10;Pandas ⭐️https://studyopedia.com/tutorials/pandas&#10;Matplotlib ⭐️https://studyopedia.com/tutorials/matplotlib&#10;Java ⭐️https://studyopedia.com/tutorials/java&#10;C ⭐️https://studyopedia.com/tutorials/c-programming&#10;C++ ⭐️https://studyopedia.com/tutorials/cpp/&#10;C# ⭐️https://studyopedia.com/tutorials/csharp/&#10;Android ⭐️https://studyopedia.com/tutorials/android&#10;R ⭐️https://studyopedia.com/tutorials/r-tutorial&#10;&#10;►  Web Dev - Free Study Material (Downloadable)&#10;HTML5 ⭐️https://studyopedia.com/tutorials/html5&#10;PHP ⭐️ https://studyopedia.com/tutorials/php&#10;Bootstrap⭐️https://studyopedia.com/tutorials/bootstrap/&#10;JavaScript⭐️https://studyopedia.com/tutorials/javascript/&#10;jQuery⭐️https://studyopedia.com/tutorials/jquery/&#10;&#10;►  Database  - Free Study Material (Downloadable)&#10;SQL ⭐️https://studyopedia.com/tutorials/sql&#10;MySQL ⭐️https://studyopedia.com/tutorials/mysql&#10;MongoDB⭐️https://studyopedia.com/tutorials/mongodb&#10;&#10;►  CMS - Free Study Material (Downloadable)&#10;WordPress ⭐️https://studyopedia.com/tutorials/wordpress&#10;Joomla⭐️https://studyopedia.com/tutorials/joomla&#10;Drupal ⭐️https://studyopedia.com/tutorials/drupal&#10;Magento ⭐️https://studyopedia.com/tutorials/magento&#10;&#10;►  Free Interview QA&#10;Python🔥https://studyopedia.com/java/java-interview-questions-and-answers&#10;Java 🔥https://studyopedia.com/python3/python-multiple-choice-questions/&#10;Android🔥https://studyopedia.com/android/android-interview-questions/&#10;ReactJS🔥https://studyopedia.com/reactjs/react-interview-questions&#10;Bootstrap 🔥https://studyopedia.com/bootstrap/bootstrap-interview-questions&#10;SQL 🔥https://studyopedia.com/sql/sql-interview-questions&#10;MongoDB 🔥https://studyopedia.com/mongodb/mongodb-interview-questions&#10;MySQL 🔥https://studyopedia.com/mysql/mysql-interview-questions&#10;&#10;👉 About Amit Thinks YouTube Channel&#10;I am Amit Diwan, a self-made Entrepreneur, running &quot;Amit Thinks&quot;, a Tech YouTube Channel. Also running an E-Learning website &quot;studyopedia.com&quot;.  We publish videos in English and Hindi on Programming, Databases, and Web Dev Technologies. I have left a job offer from Accenture and 3 government jobs to follow my dream of being an entrepreneur.&#10;&#10;Join this channel to get access to perks:&#10;https://www.youtube.com/channel/UCgnr2Lkl1LZf0IOKRDAoJ2g/join&#10;&#10;►  Subscribe&#10;https://www.youtube.com/@Amit.Thinks/" id="137" name="Google Shape;137;p21" title="How to install Python 3.13.0 on Windows 1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375" y="875125"/>
            <a:ext cx="6575850" cy="36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Anaconda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INSTALLATION — STEP 1 OF 4</a:t>
            </a:r>
            <a:endParaRPr/>
          </a:p>
        </p:txBody>
      </p:sp>
      <p:sp>
        <p:nvSpPr>
          <p:cNvPr id="149" name="Google Shape;149;p23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Download Anaconda</a:t>
            </a:r>
            <a:endParaRPr/>
          </a:p>
        </p:txBody>
      </p:sp>
      <p:sp>
        <p:nvSpPr>
          <p:cNvPr id="150" name="Google Shape;150;p23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One installer: Python + Jupyter.</a:t>
            </a:r>
            <a:endParaRPr/>
          </a:p>
        </p:txBody>
      </p:sp>
      <p:sp>
        <p:nvSpPr>
          <p:cNvPr id="151" name="Google Shape;151;p23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Go to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anaconda.com/download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press the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Download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button.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installer appears in your browser's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download history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(top-right corner) — about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900 MB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so give it a few minutes.</a:t>
            </a:r>
            <a:endParaRPr/>
          </a:p>
        </p:txBody>
      </p:sp>
      <p:pic>
        <p:nvPicPr>
          <p:cNvPr descr="jup_site.png" id="152" name="Google Shape;1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0690" y="1297421"/>
            <a:ext cx="2674623" cy="1300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_dl.png" id="153" name="Google Shape;15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0690" y="2700683"/>
            <a:ext cx="2674621" cy="1145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INSTALLATION — STEP 2 OF 4</a:t>
            </a:r>
            <a:endParaRPr/>
          </a:p>
        </p:txBody>
      </p:sp>
      <p:sp>
        <p:nvSpPr>
          <p:cNvPr id="160" name="Google Shape;160;p24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Run the Setup Wizard</a:t>
            </a:r>
            <a:endParaRPr/>
          </a:p>
        </p:txBody>
      </p:sp>
      <p:sp>
        <p:nvSpPr>
          <p:cNvPr id="161" name="Google Shape;161;p24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Next → I Agree → choose users.</a:t>
            </a:r>
            <a:endParaRPr/>
          </a:p>
        </p:txBody>
      </p:sp>
      <p:sp>
        <p:nvSpPr>
          <p:cNvPr id="162" name="Google Shape;162;p24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Open the downloaded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.exe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click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Next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 the welcome screen.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Click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 Agree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 the license, then pick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All Users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Just Me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allow the app with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Yes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pic>
        <p:nvPicPr>
          <p:cNvPr descr="jup_setup.png" id="163" name="Google Shape;1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5228" y="342901"/>
            <a:ext cx="1825542" cy="1417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_license.png" id="164" name="Google Shape;1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5228" y="1863426"/>
            <a:ext cx="1825545" cy="1417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_users.png" id="165" name="Google Shape;16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5228" y="3383447"/>
            <a:ext cx="1825545" cy="141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INSTALLATION — STEP 3 OF 4</a:t>
            </a:r>
            <a:endParaRPr/>
          </a:p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Location and Options</a:t>
            </a:r>
            <a:endParaRPr/>
          </a:p>
        </p:txBody>
      </p:sp>
      <p:sp>
        <p:nvSpPr>
          <p:cNvPr id="173" name="Google Shape;173;p25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Keep the defaults.</a:t>
            </a:r>
            <a:endParaRPr/>
          </a:p>
        </p:txBody>
      </p:sp>
      <p:sp>
        <p:nvSpPr>
          <p:cNvPr id="174" name="Google Shape;174;p25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Browse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a destination folder or keep the default (needs ~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5 GB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), then click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Next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Select all options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 Advanced Installation — registering Anaconda as system Python lets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VS Code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PyCharm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auto-detect it — then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Install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pic>
        <p:nvPicPr>
          <p:cNvPr descr="jup_loc.png" id="175" name="Google Shape;1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0690" y="440067"/>
            <a:ext cx="2674619" cy="207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_opts.png" id="176" name="Google Shape;1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0690" y="2616923"/>
            <a:ext cx="2674619" cy="2086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INSTALLATION — STEP 4 OF 4</a:t>
            </a:r>
            <a:endParaRPr/>
          </a:p>
        </p:txBody>
      </p:sp>
      <p:sp>
        <p:nvSpPr>
          <p:cNvPr id="183" name="Google Shape;183;p26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Finish and Launch</a:t>
            </a:r>
            <a:endParaRPr/>
          </a:p>
        </p:txBody>
      </p:sp>
      <p:sp>
        <p:nvSpPr>
          <p:cNvPr id="184" name="Google Shape;184;p26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Untick the extras.</a:t>
            </a:r>
            <a:endParaRPr/>
          </a:p>
        </p:txBody>
      </p:sp>
      <p:sp>
        <p:nvSpPr>
          <p:cNvPr id="185" name="Google Shape;185;p26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Click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Next → Finish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; you can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untick all selections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 the last screen.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Anaconda Navigator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 the Start menu and press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Launch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 the </a:t>
            </a: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Jupyter Notebook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tile (or open Jupyter Notebook directly).</a:t>
            </a:r>
            <a:endParaRPr/>
          </a:p>
        </p:txBody>
      </p:sp>
      <p:pic>
        <p:nvPicPr>
          <p:cNvPr descr="jup_finish.png" id="186" name="Google Shape;1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0690" y="686252"/>
            <a:ext cx="2674619" cy="2081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_nav.png" id="187" name="Google Shape;1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0690" y="2870518"/>
            <a:ext cx="2674622" cy="158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Anaconda</a:t>
            </a:r>
            <a:endParaRPr/>
          </a:p>
        </p:txBody>
      </p:sp>
      <p:sp>
        <p:nvSpPr>
          <p:cNvPr id="195" name="Google Shape;195;p27"/>
          <p:cNvSpPr txBox="1"/>
          <p:nvPr>
            <p:ph idx="2" type="body"/>
          </p:nvPr>
        </p:nvSpPr>
        <p:spPr>
          <a:xfrm>
            <a:off x="480060" y="1371600"/>
            <a:ext cx="81609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600"/>
              </a:spcAft>
              <a:buNone/>
            </a:pPr>
            <a:r>
              <a:t/>
            </a:r>
            <a:endParaRPr sz="7200"/>
          </a:p>
        </p:txBody>
      </p:sp>
      <p:pic>
        <p:nvPicPr>
          <p:cNvPr id="196" name="Google Shape;1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890" y="1026206"/>
            <a:ext cx="5856687" cy="3857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