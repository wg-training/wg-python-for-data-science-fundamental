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0d5b23886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0d5b23886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0d5b23886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0d5b23886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36a58b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b36a58b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b36a58bf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fb36a58b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b36a58bf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b36a58bf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/>
          <p:nvPr/>
        </p:nvSpPr>
        <p:spPr>
          <a:xfrm>
            <a:off x="8206283" y="-573328"/>
            <a:ext cx="1508700" cy="15087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2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 txBox="1"/>
          <p:nvPr>
            <p:ph idx="1" type="body"/>
          </p:nvPr>
        </p:nvSpPr>
        <p:spPr>
          <a:xfrm>
            <a:off x="617220" y="164592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617220" y="19202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617220" y="3257550"/>
            <a:ext cx="665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3" name="Google Shape;13;p2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2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NUMBERED_ROWS_3">
  <p:cSld name="S11_NUMBERED_ROWS_3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>
            <a:off x="411480" y="147447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147447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925830" y="13716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3" type="body"/>
          </p:nvPr>
        </p:nvSpPr>
        <p:spPr>
          <a:xfrm>
            <a:off x="925830" y="165963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411480" y="250317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11480" y="250317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>
            <p:ph idx="4" type="body"/>
          </p:nvPr>
        </p:nvSpPr>
        <p:spPr>
          <a:xfrm>
            <a:off x="925830" y="24003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5" type="body"/>
          </p:nvPr>
        </p:nvSpPr>
        <p:spPr>
          <a:xfrm>
            <a:off x="925830" y="268833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"/>
          <p:cNvSpPr/>
          <p:nvPr/>
        </p:nvSpPr>
        <p:spPr>
          <a:xfrm>
            <a:off x="411480" y="353187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11480" y="353187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>
            <p:ph idx="6" type="body"/>
          </p:nvPr>
        </p:nvSpPr>
        <p:spPr>
          <a:xfrm>
            <a:off x="925830" y="34290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7" type="body"/>
          </p:nvPr>
        </p:nvSpPr>
        <p:spPr>
          <a:xfrm>
            <a:off x="925830" y="371703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CODE_WIDE">
  <p:cSld name="S08_CODE_WIDE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411480" y="240030"/>
            <a:ext cx="3566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11480" y="466344"/>
            <a:ext cx="39090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6" name="Google Shape;36;p4"/>
          <p:cNvSpPr txBox="1"/>
          <p:nvPr>
            <p:ph idx="2" type="body"/>
          </p:nvPr>
        </p:nvSpPr>
        <p:spPr>
          <a:xfrm>
            <a:off x="411480" y="1508760"/>
            <a:ext cx="3909000" cy="26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body"/>
          </p:nvPr>
        </p:nvSpPr>
        <p:spPr>
          <a:xfrm>
            <a:off x="4810887" y="1645920"/>
            <a:ext cx="40908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TEP_CODE_RIGHT">
  <p:cSld name="S06_STEP_CODE_RIGHT"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411480" y="240030"/>
            <a:ext cx="3566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411480" y="466344"/>
            <a:ext cx="39090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3" name="Google Shape;43;p5"/>
          <p:cNvSpPr txBox="1"/>
          <p:nvPr>
            <p:ph idx="2" type="body"/>
          </p:nvPr>
        </p:nvSpPr>
        <p:spPr>
          <a:xfrm>
            <a:off x="411480" y="137160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3" type="body"/>
          </p:nvPr>
        </p:nvSpPr>
        <p:spPr>
          <a:xfrm>
            <a:off x="411480" y="1680210"/>
            <a:ext cx="39090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4" type="body"/>
          </p:nvPr>
        </p:nvSpPr>
        <p:spPr>
          <a:xfrm>
            <a:off x="4810887" y="822960"/>
            <a:ext cx="40908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NUMBERED_ROWS_4">
  <p:cSld name="S12_NUMBERED_ROWS_4"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300"/>
              <a:buFont typeface="Roboto"/>
              <a:buNone/>
              <a:defRPr b="1" i="0" sz="23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0" name="Google Shape;50;p6"/>
          <p:cNvSpPr/>
          <p:nvPr/>
        </p:nvSpPr>
        <p:spPr>
          <a:xfrm>
            <a:off x="411480" y="141960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11480" y="141960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925830" y="133731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925830" y="162534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6"/>
          <p:cNvSpPr/>
          <p:nvPr/>
        </p:nvSpPr>
        <p:spPr>
          <a:xfrm>
            <a:off x="411480" y="231114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411480" y="231114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>
            <p:ph idx="4" type="body"/>
          </p:nvPr>
        </p:nvSpPr>
        <p:spPr>
          <a:xfrm>
            <a:off x="925830" y="222885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5" type="body"/>
          </p:nvPr>
        </p:nvSpPr>
        <p:spPr>
          <a:xfrm>
            <a:off x="925830" y="251688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6"/>
          <p:cNvSpPr/>
          <p:nvPr/>
        </p:nvSpPr>
        <p:spPr>
          <a:xfrm>
            <a:off x="411480" y="320268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11480" y="320268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 txBox="1"/>
          <p:nvPr>
            <p:ph idx="6" type="body"/>
          </p:nvPr>
        </p:nvSpPr>
        <p:spPr>
          <a:xfrm>
            <a:off x="925830" y="312039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7" type="body"/>
          </p:nvPr>
        </p:nvSpPr>
        <p:spPr>
          <a:xfrm>
            <a:off x="925830" y="340842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6"/>
          <p:cNvSpPr/>
          <p:nvPr/>
        </p:nvSpPr>
        <p:spPr>
          <a:xfrm>
            <a:off x="411480" y="409422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11480" y="409422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>
            <p:ph idx="8" type="body"/>
          </p:nvPr>
        </p:nvSpPr>
        <p:spPr>
          <a:xfrm>
            <a:off x="925830" y="401193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9" type="body"/>
          </p:nvPr>
        </p:nvSpPr>
        <p:spPr>
          <a:xfrm>
            <a:off x="925830" y="429996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STEP_CODE_LEFT">
  <p:cSld name="S07_STEP_CODE_LEFT"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/>
          <p:nvPr>
            <p:ph idx="1" type="body"/>
          </p:nvPr>
        </p:nvSpPr>
        <p:spPr>
          <a:xfrm>
            <a:off x="411480" y="240030"/>
            <a:ext cx="3566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7"/>
          <p:cNvSpPr txBox="1"/>
          <p:nvPr>
            <p:ph type="title"/>
          </p:nvPr>
        </p:nvSpPr>
        <p:spPr>
          <a:xfrm>
            <a:off x="411480" y="466344"/>
            <a:ext cx="39090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1" name="Google Shape;71;p7"/>
          <p:cNvSpPr txBox="1"/>
          <p:nvPr>
            <p:ph idx="2" type="body"/>
          </p:nvPr>
        </p:nvSpPr>
        <p:spPr>
          <a:xfrm>
            <a:off x="411480" y="137160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3" type="body"/>
          </p:nvPr>
        </p:nvSpPr>
        <p:spPr>
          <a:xfrm>
            <a:off x="411480" y="1680210"/>
            <a:ext cx="39090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4" type="body"/>
          </p:nvPr>
        </p:nvSpPr>
        <p:spPr>
          <a:xfrm>
            <a:off x="4810887" y="1371600"/>
            <a:ext cx="40908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480060" y="1371600"/>
            <a:ext cx="81609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4" name="Google Shape;84;p10"/>
          <p:cNvSpPr/>
          <p:nvPr/>
        </p:nvSpPr>
        <p:spPr>
          <a:xfrm>
            <a:off x="411480" y="1474470"/>
            <a:ext cx="1954500" cy="284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582930" y="164592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582930" y="164592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0"/>
          <p:cNvSpPr txBox="1"/>
          <p:nvPr>
            <p:ph idx="2" type="body"/>
          </p:nvPr>
        </p:nvSpPr>
        <p:spPr>
          <a:xfrm>
            <a:off x="582930" y="216027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idx="3" type="body"/>
          </p:nvPr>
        </p:nvSpPr>
        <p:spPr>
          <a:xfrm>
            <a:off x="582930" y="267462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0"/>
          <p:cNvSpPr/>
          <p:nvPr/>
        </p:nvSpPr>
        <p:spPr>
          <a:xfrm>
            <a:off x="2558034" y="1474470"/>
            <a:ext cx="1954500" cy="284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2729484" y="164592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2729484" y="164592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 txBox="1"/>
          <p:nvPr>
            <p:ph idx="4" type="body"/>
          </p:nvPr>
        </p:nvSpPr>
        <p:spPr>
          <a:xfrm>
            <a:off x="2729484" y="216027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5" type="body"/>
          </p:nvPr>
        </p:nvSpPr>
        <p:spPr>
          <a:xfrm>
            <a:off x="2729484" y="267462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0"/>
          <p:cNvSpPr/>
          <p:nvPr/>
        </p:nvSpPr>
        <p:spPr>
          <a:xfrm>
            <a:off x="4704588" y="1474470"/>
            <a:ext cx="1954500" cy="284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4876038" y="164592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4876038" y="164592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 txBox="1"/>
          <p:nvPr>
            <p:ph idx="6" type="body"/>
          </p:nvPr>
        </p:nvSpPr>
        <p:spPr>
          <a:xfrm>
            <a:off x="4876038" y="216027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0"/>
          <p:cNvSpPr txBox="1"/>
          <p:nvPr>
            <p:ph idx="7" type="body"/>
          </p:nvPr>
        </p:nvSpPr>
        <p:spPr>
          <a:xfrm>
            <a:off x="4876038" y="267462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10"/>
          <p:cNvSpPr/>
          <p:nvPr/>
        </p:nvSpPr>
        <p:spPr>
          <a:xfrm>
            <a:off x="6851142" y="1474470"/>
            <a:ext cx="1954500" cy="284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7022592" y="164592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7022592" y="164592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 txBox="1"/>
          <p:nvPr>
            <p:ph idx="8" type="body"/>
          </p:nvPr>
        </p:nvSpPr>
        <p:spPr>
          <a:xfrm>
            <a:off x="7022592" y="216027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9" type="body"/>
          </p:nvPr>
        </p:nvSpPr>
        <p:spPr>
          <a:xfrm>
            <a:off x="7022592" y="267462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8" name="Google Shape;108;p11"/>
          <p:cNvSpPr/>
          <p:nvPr/>
        </p:nvSpPr>
        <p:spPr>
          <a:xfrm>
            <a:off x="411480" y="1371600"/>
            <a:ext cx="2640300" cy="219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582930" y="154305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582930" y="154305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 txBox="1"/>
          <p:nvPr>
            <p:ph idx="2" type="body"/>
          </p:nvPr>
        </p:nvSpPr>
        <p:spPr>
          <a:xfrm>
            <a:off x="582930" y="205740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3" type="body"/>
          </p:nvPr>
        </p:nvSpPr>
        <p:spPr>
          <a:xfrm>
            <a:off x="582930" y="243459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1"/>
          <p:cNvSpPr/>
          <p:nvPr/>
        </p:nvSpPr>
        <p:spPr>
          <a:xfrm>
            <a:off x="3257550" y="1371600"/>
            <a:ext cx="2640300" cy="219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3429000" y="154305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3429000" y="154305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 txBox="1"/>
          <p:nvPr>
            <p:ph idx="4" type="body"/>
          </p:nvPr>
        </p:nvSpPr>
        <p:spPr>
          <a:xfrm>
            <a:off x="3429000" y="205740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5" type="body"/>
          </p:nvPr>
        </p:nvSpPr>
        <p:spPr>
          <a:xfrm>
            <a:off x="3429000" y="243459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/>
          <p:nvPr/>
        </p:nvSpPr>
        <p:spPr>
          <a:xfrm>
            <a:off x="6103620" y="1371600"/>
            <a:ext cx="2640300" cy="219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6275070" y="154305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275070" y="154305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 txBox="1"/>
          <p:nvPr>
            <p:ph idx="6" type="body"/>
          </p:nvPr>
        </p:nvSpPr>
        <p:spPr>
          <a:xfrm>
            <a:off x="6275070" y="205740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11"/>
          <p:cNvSpPr txBox="1"/>
          <p:nvPr>
            <p:ph idx="7" type="body"/>
          </p:nvPr>
        </p:nvSpPr>
        <p:spPr>
          <a:xfrm>
            <a:off x="6275070" y="243459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11"/>
          <p:cNvSpPr txBox="1"/>
          <p:nvPr>
            <p:ph idx="8" type="body"/>
          </p:nvPr>
        </p:nvSpPr>
        <p:spPr>
          <a:xfrm>
            <a:off x="411480" y="377190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1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12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8" name="Google Shape;128;p12"/>
          <p:cNvSpPr/>
          <p:nvPr/>
        </p:nvSpPr>
        <p:spPr>
          <a:xfrm>
            <a:off x="411480" y="1303020"/>
            <a:ext cx="4046100" cy="27432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 txBox="1"/>
          <p:nvPr>
            <p:ph idx="2" type="body"/>
          </p:nvPr>
        </p:nvSpPr>
        <p:spPr>
          <a:xfrm>
            <a:off x="651510" y="147447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12"/>
          <p:cNvSpPr txBox="1"/>
          <p:nvPr>
            <p:ph idx="3" type="body"/>
          </p:nvPr>
        </p:nvSpPr>
        <p:spPr>
          <a:xfrm>
            <a:off x="651510" y="1851660"/>
            <a:ext cx="35661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2"/>
          <p:cNvSpPr/>
          <p:nvPr/>
        </p:nvSpPr>
        <p:spPr>
          <a:xfrm>
            <a:off x="4663440" y="1303020"/>
            <a:ext cx="4046100" cy="27432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 txBox="1"/>
          <p:nvPr>
            <p:ph idx="4" type="body"/>
          </p:nvPr>
        </p:nvSpPr>
        <p:spPr>
          <a:xfrm>
            <a:off x="4903470" y="147447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12"/>
          <p:cNvSpPr txBox="1"/>
          <p:nvPr>
            <p:ph idx="5" type="body"/>
          </p:nvPr>
        </p:nvSpPr>
        <p:spPr>
          <a:xfrm>
            <a:off x="4903470" y="1851660"/>
            <a:ext cx="35661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1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EXERCISE">
  <p:cSld name="S09_EXERCISE"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8" name="Google Shape;138;p13"/>
          <p:cNvSpPr txBox="1"/>
          <p:nvPr>
            <p:ph idx="2" type="body"/>
          </p:nvPr>
        </p:nvSpPr>
        <p:spPr>
          <a:xfrm>
            <a:off x="411480" y="1165860"/>
            <a:ext cx="4731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13"/>
          <p:cNvSpPr txBox="1"/>
          <p:nvPr>
            <p:ph idx="3" type="body"/>
          </p:nvPr>
        </p:nvSpPr>
        <p:spPr>
          <a:xfrm>
            <a:off x="5417820" y="130302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4" type="body"/>
          </p:nvPr>
        </p:nvSpPr>
        <p:spPr>
          <a:xfrm>
            <a:off x="5417820" y="161163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1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FLOW_DIAGRAM">
  <p:cSld name="S10_FLOW_DIAGRAM"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14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45" name="Google Shape;145;p14"/>
          <p:cNvSpPr/>
          <p:nvPr/>
        </p:nvSpPr>
        <p:spPr>
          <a:xfrm>
            <a:off x="480060" y="157734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>
            <p:ph idx="2" type="body"/>
          </p:nvPr>
        </p:nvSpPr>
        <p:spPr>
          <a:xfrm>
            <a:off x="548640" y="157734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14"/>
          <p:cNvSpPr/>
          <p:nvPr/>
        </p:nvSpPr>
        <p:spPr>
          <a:xfrm>
            <a:off x="2297430" y="188595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lang="en" sz="18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2640330" y="157734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>
            <p:ph idx="3" type="body"/>
          </p:nvPr>
        </p:nvSpPr>
        <p:spPr>
          <a:xfrm>
            <a:off x="2708910" y="157734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14"/>
          <p:cNvSpPr/>
          <p:nvPr/>
        </p:nvSpPr>
        <p:spPr>
          <a:xfrm>
            <a:off x="4457700" y="188595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lang="en" sz="18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4800600" y="157734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>
            <p:ph idx="4" type="body"/>
          </p:nvPr>
        </p:nvSpPr>
        <p:spPr>
          <a:xfrm>
            <a:off x="4869180" y="157734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14"/>
          <p:cNvSpPr/>
          <p:nvPr/>
        </p:nvSpPr>
        <p:spPr>
          <a:xfrm>
            <a:off x="6617970" y="188595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lang="en" sz="18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6960870" y="157734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 txBox="1"/>
          <p:nvPr>
            <p:ph idx="5" type="body"/>
          </p:nvPr>
        </p:nvSpPr>
        <p:spPr>
          <a:xfrm>
            <a:off x="7029450" y="157734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idx="6" type="body"/>
          </p:nvPr>
        </p:nvSpPr>
        <p:spPr>
          <a:xfrm>
            <a:off x="480060" y="2948940"/>
            <a:ext cx="81609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1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ERRORS_WITH_CODE">
  <p:cSld name="S13_ERRORS_WITH_CODE"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15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61" name="Google Shape;161;p15"/>
          <p:cNvSpPr/>
          <p:nvPr/>
        </p:nvSpPr>
        <p:spPr>
          <a:xfrm>
            <a:off x="411480" y="133731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11480" y="133731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>
            <p:ph idx="2" type="body"/>
          </p:nvPr>
        </p:nvSpPr>
        <p:spPr>
          <a:xfrm>
            <a:off x="857250" y="126873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3" type="body"/>
          </p:nvPr>
        </p:nvSpPr>
        <p:spPr>
          <a:xfrm>
            <a:off x="857250" y="1645920"/>
            <a:ext cx="3566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15"/>
          <p:cNvSpPr/>
          <p:nvPr/>
        </p:nvSpPr>
        <p:spPr>
          <a:xfrm>
            <a:off x="5006340" y="133731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5006340" y="133731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>
            <p:ph idx="4" type="body"/>
          </p:nvPr>
        </p:nvSpPr>
        <p:spPr>
          <a:xfrm>
            <a:off x="5452110" y="126873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15"/>
          <p:cNvSpPr txBox="1"/>
          <p:nvPr>
            <p:ph idx="5" type="body"/>
          </p:nvPr>
        </p:nvSpPr>
        <p:spPr>
          <a:xfrm>
            <a:off x="5452110" y="1645920"/>
            <a:ext cx="3429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15"/>
          <p:cNvSpPr/>
          <p:nvPr/>
        </p:nvSpPr>
        <p:spPr>
          <a:xfrm>
            <a:off x="411480" y="315468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411480" y="315468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>
            <p:ph idx="6" type="body"/>
          </p:nvPr>
        </p:nvSpPr>
        <p:spPr>
          <a:xfrm>
            <a:off x="857250" y="308610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15"/>
          <p:cNvSpPr txBox="1"/>
          <p:nvPr>
            <p:ph idx="7" type="body"/>
          </p:nvPr>
        </p:nvSpPr>
        <p:spPr>
          <a:xfrm>
            <a:off x="857250" y="339471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1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QUIZ_MCQ">
  <p:cSld name="S14_QUIZ_MCQ"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16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77" name="Google Shape;177;p16"/>
          <p:cNvSpPr txBox="1"/>
          <p:nvPr>
            <p:ph idx="2" type="body"/>
          </p:nvPr>
        </p:nvSpPr>
        <p:spPr>
          <a:xfrm>
            <a:off x="411480" y="1234440"/>
            <a:ext cx="43206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16"/>
          <p:cNvSpPr/>
          <p:nvPr/>
        </p:nvSpPr>
        <p:spPr>
          <a:xfrm>
            <a:off x="5006340" y="137160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>
            <p:ph idx="3" type="body"/>
          </p:nvPr>
        </p:nvSpPr>
        <p:spPr>
          <a:xfrm>
            <a:off x="5177790" y="137160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16"/>
          <p:cNvSpPr/>
          <p:nvPr/>
        </p:nvSpPr>
        <p:spPr>
          <a:xfrm>
            <a:off x="5006340" y="188595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>
            <p:ph idx="4" type="body"/>
          </p:nvPr>
        </p:nvSpPr>
        <p:spPr>
          <a:xfrm>
            <a:off x="5177790" y="188595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16"/>
          <p:cNvSpPr/>
          <p:nvPr/>
        </p:nvSpPr>
        <p:spPr>
          <a:xfrm>
            <a:off x="5006340" y="2400300"/>
            <a:ext cx="3703200" cy="41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>
            <p:ph idx="5" type="body"/>
          </p:nvPr>
        </p:nvSpPr>
        <p:spPr>
          <a:xfrm>
            <a:off x="5177790" y="240030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16"/>
          <p:cNvSpPr/>
          <p:nvPr/>
        </p:nvSpPr>
        <p:spPr>
          <a:xfrm>
            <a:off x="5006340" y="291465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>
            <p:ph idx="6" type="body"/>
          </p:nvPr>
        </p:nvSpPr>
        <p:spPr>
          <a:xfrm>
            <a:off x="5177790" y="291465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1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FIVE_CARDS">
  <p:cSld name="S15_FIVE_CARDS"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90" name="Google Shape;190;p17"/>
          <p:cNvSpPr/>
          <p:nvPr/>
        </p:nvSpPr>
        <p:spPr>
          <a:xfrm>
            <a:off x="411480" y="1440180"/>
            <a:ext cx="1563600" cy="24690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562356" y="159105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562356" y="15910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 txBox="1"/>
          <p:nvPr>
            <p:ph idx="2" type="body"/>
          </p:nvPr>
        </p:nvSpPr>
        <p:spPr>
          <a:xfrm>
            <a:off x="562356" y="209169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17"/>
          <p:cNvSpPr txBox="1"/>
          <p:nvPr>
            <p:ph idx="3" type="body"/>
          </p:nvPr>
        </p:nvSpPr>
        <p:spPr>
          <a:xfrm>
            <a:off x="562356" y="260604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17"/>
          <p:cNvSpPr/>
          <p:nvPr/>
        </p:nvSpPr>
        <p:spPr>
          <a:xfrm>
            <a:off x="2125980" y="1440180"/>
            <a:ext cx="1563600" cy="24690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2276856" y="159105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2276856" y="15910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>
            <p:ph idx="4" type="body"/>
          </p:nvPr>
        </p:nvSpPr>
        <p:spPr>
          <a:xfrm>
            <a:off x="2276856" y="209169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17"/>
          <p:cNvSpPr txBox="1"/>
          <p:nvPr>
            <p:ph idx="5" type="body"/>
          </p:nvPr>
        </p:nvSpPr>
        <p:spPr>
          <a:xfrm>
            <a:off x="2276856" y="260604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0" name="Google Shape;200;p17"/>
          <p:cNvSpPr/>
          <p:nvPr/>
        </p:nvSpPr>
        <p:spPr>
          <a:xfrm>
            <a:off x="3840480" y="1440180"/>
            <a:ext cx="1563600" cy="24690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3991356" y="159105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3991356" y="15910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 txBox="1"/>
          <p:nvPr>
            <p:ph idx="6" type="body"/>
          </p:nvPr>
        </p:nvSpPr>
        <p:spPr>
          <a:xfrm>
            <a:off x="3991356" y="209169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4" name="Google Shape;204;p17"/>
          <p:cNvSpPr txBox="1"/>
          <p:nvPr>
            <p:ph idx="7" type="body"/>
          </p:nvPr>
        </p:nvSpPr>
        <p:spPr>
          <a:xfrm>
            <a:off x="3991356" y="260604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17"/>
          <p:cNvSpPr/>
          <p:nvPr/>
        </p:nvSpPr>
        <p:spPr>
          <a:xfrm>
            <a:off x="5554980" y="1440180"/>
            <a:ext cx="1563600" cy="24690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5705856" y="159105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5705856" y="15910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>
            <p:ph idx="8" type="body"/>
          </p:nvPr>
        </p:nvSpPr>
        <p:spPr>
          <a:xfrm>
            <a:off x="5705856" y="209169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17"/>
          <p:cNvSpPr txBox="1"/>
          <p:nvPr>
            <p:ph idx="9" type="body"/>
          </p:nvPr>
        </p:nvSpPr>
        <p:spPr>
          <a:xfrm>
            <a:off x="5705856" y="260604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17"/>
          <p:cNvSpPr/>
          <p:nvPr/>
        </p:nvSpPr>
        <p:spPr>
          <a:xfrm>
            <a:off x="7269480" y="1440180"/>
            <a:ext cx="1563600" cy="24690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7420356" y="159105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7420356" y="15910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 txBox="1"/>
          <p:nvPr>
            <p:ph idx="13" type="body"/>
          </p:nvPr>
        </p:nvSpPr>
        <p:spPr>
          <a:xfrm>
            <a:off x="7420356" y="209169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4" name="Google Shape;214;p17"/>
          <p:cNvSpPr txBox="1"/>
          <p:nvPr>
            <p:ph idx="14" type="body"/>
          </p:nvPr>
        </p:nvSpPr>
        <p:spPr>
          <a:xfrm>
            <a:off x="7420356" y="260604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5" name="Google Shape;215;p1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SECTION_BREAK_NAVY">
  <p:cSld name="S16_SECTION_BREAK_NAVY">
    <p:bg>
      <p:bgPr>
        <a:solidFill>
          <a:srgbClr val="2A348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>
            <p:ph idx="1" type="body"/>
          </p:nvPr>
        </p:nvSpPr>
        <p:spPr>
          <a:xfrm>
            <a:off x="617220" y="198882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type="title"/>
          </p:nvPr>
        </p:nvSpPr>
        <p:spPr>
          <a:xfrm>
            <a:off x="617220" y="226314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20" name="Google Shape;220;p18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CONTENT_IMAGE_RIGHT">
  <p:cSld name="S17_CONTENT_IMAGE_RIGHT"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25" name="Google Shape;225;p19"/>
          <p:cNvSpPr txBox="1"/>
          <p:nvPr>
            <p:ph idx="2" type="body"/>
          </p:nvPr>
        </p:nvSpPr>
        <p:spPr>
          <a:xfrm>
            <a:off x="411480" y="1371600"/>
            <a:ext cx="38406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3" type="body"/>
          </p:nvPr>
        </p:nvSpPr>
        <p:spPr>
          <a:xfrm>
            <a:off x="4457700" y="1234440"/>
            <a:ext cx="43206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8_BULLET_SCALE_SAMPLE">
  <p:cSld name="S18_BULLET_SCALE_SAMPLE"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0" name="Google Shape;230;p20"/>
          <p:cNvSpPr txBox="1"/>
          <p:nvPr>
            <p:ph type="title"/>
          </p:nvPr>
        </p:nvSpPr>
        <p:spPr>
          <a:xfrm>
            <a:off x="411480" y="466344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31" name="Google Shape;231;p20"/>
          <p:cNvSpPr txBox="1"/>
          <p:nvPr>
            <p:ph idx="2" type="body"/>
          </p:nvPr>
        </p:nvSpPr>
        <p:spPr>
          <a:xfrm>
            <a:off x="480060" y="1371600"/>
            <a:ext cx="8160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2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9_CLOSING_NAVY">
  <p:cSld name="S19_CLOSING_NAVY">
    <p:bg>
      <p:bgPr>
        <a:solidFill>
          <a:srgbClr val="2A348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-1234440" y="3223260"/>
            <a:ext cx="3429000" cy="34290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>
            <p:ph type="title"/>
          </p:nvPr>
        </p:nvSpPr>
        <p:spPr>
          <a:xfrm>
            <a:off x="617220" y="185166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37" name="Google Shape;237;p21"/>
          <p:cNvSpPr txBox="1"/>
          <p:nvPr>
            <p:ph idx="1" type="body"/>
          </p:nvPr>
        </p:nvSpPr>
        <p:spPr>
          <a:xfrm>
            <a:off x="617220" y="2537460"/>
            <a:ext cx="6515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D6DAF2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38" name="Google Shape;238;p21"/>
          <p:cNvCxnSpPr/>
          <p:nvPr/>
        </p:nvCxnSpPr>
        <p:spPr>
          <a:xfrm>
            <a:off x="617220" y="322326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21"/>
          <p:cNvSpPr txBox="1"/>
          <p:nvPr>
            <p:ph idx="2" type="body"/>
          </p:nvPr>
        </p:nvSpPr>
        <p:spPr>
          <a:xfrm>
            <a:off x="617220" y="3394710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0" name="Google Shape;240;p2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43" name="Google Shape;243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2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51" name="Google Shape;251;p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" name="Google Shape;256;p2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61" name="Google Shape;261;p2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2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2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270" name="Google Shape;270;p2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6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276" name="Google Shape;276;p26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7" name="Google Shape;277;p2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280" name="Google Shape;280;p27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" name="Google Shape;281;p2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2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84" name="Google Shape;284;p2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3" name="Google Shape;293;p2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2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5" name="Google Shape;295;p2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"/>
          <p:cNvSpPr txBox="1"/>
          <p:nvPr>
            <p:ph type="title"/>
          </p:nvPr>
        </p:nvSpPr>
        <p:spPr>
          <a:xfrm>
            <a:off x="265500" y="8100"/>
            <a:ext cx="40452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2" name="Google Shape;302;p3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30"/>
          <p:cNvSpPr txBox="1"/>
          <p:nvPr>
            <p:ph idx="2" type="title"/>
          </p:nvPr>
        </p:nvSpPr>
        <p:spPr>
          <a:xfrm>
            <a:off x="4835400" y="-3600"/>
            <a:ext cx="40452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30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07" name="Google Shape;307;p3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3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3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3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3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19" name="Google Shape;319;p3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" name="Google Shape;324;p33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325" name="Google Shape;325;p33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6" name="Google Shape;326;p3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3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29" name="Google Shape;329;p3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4" name="Google Shape;334;p34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335" name="Google Shape;335;p34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3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7" name="Google Shape;33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7" name="Google Shape;247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8" name="Google Shape;248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 txBox="1"/>
          <p:nvPr>
            <p:ph type="title"/>
          </p:nvPr>
        </p:nvSpPr>
        <p:spPr>
          <a:xfrm>
            <a:off x="617220" y="1920240"/>
            <a:ext cx="7886700" cy="130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I</a:t>
            </a:r>
            <a:endParaRPr/>
          </a:p>
        </p:txBody>
      </p:sp>
      <p:sp>
        <p:nvSpPr>
          <p:cNvPr id="343" name="Google Shape;343;p35"/>
          <p:cNvSpPr txBox="1"/>
          <p:nvPr>
            <p:ph idx="1" type="body"/>
          </p:nvPr>
        </p:nvSpPr>
        <p:spPr>
          <a:xfrm>
            <a:off x="617220" y="1645920"/>
            <a:ext cx="72009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5"/>
          <p:cNvSpPr txBox="1"/>
          <p:nvPr>
            <p:ph idx="2" type="body"/>
          </p:nvPr>
        </p:nvSpPr>
        <p:spPr>
          <a:xfrm>
            <a:off x="617220" y="3257550"/>
            <a:ext cx="6652200" cy="411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5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</a:t>
            </a:r>
            <a:endParaRPr/>
          </a:p>
        </p:txBody>
      </p:sp>
      <p:sp>
        <p:nvSpPr>
          <p:cNvPr id="351" name="Google Shape;351;p36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</a:t>
            </a:r>
            <a:r>
              <a:rPr lang="en"/>
              <a:t>rea of a rectangle:</a:t>
            </a:r>
            <a:r>
              <a:rPr lang="en"/>
              <a:t> Prompt the user to </a:t>
            </a:r>
            <a:r>
              <a:rPr b="1" lang="en"/>
              <a:t>enter the length and width</a:t>
            </a:r>
            <a:r>
              <a:rPr lang="en"/>
              <a:t> of the rectangle as integers. Calculate the area using the formula </a:t>
            </a:r>
            <a:r>
              <a:rPr b="1" lang="en"/>
              <a:t>area = length * width</a:t>
            </a:r>
            <a:r>
              <a:rPr lang="en"/>
              <a:t> and print the result.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Average of three numbers: Prompt the user to enter three numbers as integers. Calculate the average of 3 numbers. Display the average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</a:t>
            </a:r>
            <a:r>
              <a:rPr lang="en"/>
              <a:t>waps the values of two variables:</a:t>
            </a:r>
            <a:r>
              <a:rPr lang="en"/>
              <a:t> Prompt the user to enter two numbers as integers. Print the values before and after the swap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"/>
          <p:cNvSpPr txBox="1"/>
          <p:nvPr>
            <p:ph type="title"/>
          </p:nvPr>
        </p:nvSpPr>
        <p:spPr>
          <a:xfrm>
            <a:off x="311700" y="181400"/>
            <a:ext cx="86160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57" name="Google Shape;357;p37"/>
          <p:cNvSpPr txBox="1"/>
          <p:nvPr>
            <p:ph idx="1" type="body"/>
          </p:nvPr>
        </p:nvSpPr>
        <p:spPr>
          <a:xfrm>
            <a:off x="311700" y="816825"/>
            <a:ext cx="8520600" cy="3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Book Discount: Suppose the cover price of a book is $24.95, and a bookstore offers a 40% discount. Calculate and display the final price of the book (rounded to 2 decimal places).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Time Conversion: </a:t>
            </a:r>
            <a:r>
              <a:rPr lang="en"/>
              <a:t>Calculate</a:t>
            </a:r>
            <a:r>
              <a:rPr lang="en"/>
              <a:t> how many seconds are there in 42 minutes 42 seconds.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Distance Conversion: Calculate how many miles are in 10 kilometers. (Hint: There are 1.61 kilometers in 1 mile.)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Average Speed: If you run a 10-kilometer race in 42 minutes and 42 seconds, what is your average speed in kilometers per hour (km/h)?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63" name="Google Shape;363;p38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Voting Eligibility: Write a program that prompts the user to enter their age and checks if they are eligible to vote (18 years or older).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Store Discount Calculator: Write a program that prompts a cashier to enter a purchase amount and calculates the final price based on the following discount tiers: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10% discount if above 100$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20% discount if above 500$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50% discount if above 1000$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69" name="Google Shape;369;p3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Electricity Bill Calculator: Write a program that prompts the user for their total electricity consumption (in kWh) and calculates the total bill in Riel using the rates below: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From 0 to 50KW, price 1Kwh = 500 Riel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From 50 to 100KW, price 1KW = 620Riel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100KW+, price 1kw = 750 Riel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Net Salary Calculator: Write a program that takes a user's gross monthly salary (in Riel) and calculates their net salary after deducting income tax based on the following brackets: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0 to 1,500,000Riel, tax is 0%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1,500,001 to 2,000,000, tax is 5%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2,000,001 to 8,500,000, tax is 10%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8,500,001 to 12,500,000, tax is 15%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Over 12,500,000, tax is 20%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Telco Carrier Detection: Write a program that repeatedly prompts the user to enter a phone number until it meets all of the following criteria: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User must input number only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User must input number 9 to 10 number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User must input one of carrier prefix ( cellcard, smart, and metfone 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Print message “Your number carrier is Cellcard/Smart/Metfone”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Special Account Number Purchase: Write a program that continuously prompts the user to enter their preferred account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Format the number as a 6-digit string padded with leading zeros.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Keep track of already-purchased numbers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Example of output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if user input 1, then print “You have purchased 000001 !”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If user input 8550, then print </a:t>
            </a:r>
            <a:r>
              <a:rPr lang="en"/>
              <a:t>“You have purchased 008550 !”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If user input 8550 again, then print ”This number has been purchased”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